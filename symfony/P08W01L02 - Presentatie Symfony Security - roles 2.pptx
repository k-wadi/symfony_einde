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notesMasterIdLst>
    <p:notesMasterId r:id="rId26"/>
  </p:notesMasterIdLst>
  <p:sldIdLst>
    <p:sldId id="258" r:id="rId5"/>
    <p:sldId id="263" r:id="rId6"/>
    <p:sldId id="264" r:id="rId7"/>
    <p:sldId id="292" r:id="rId8"/>
    <p:sldId id="257" r:id="rId9"/>
    <p:sldId id="265" r:id="rId10"/>
    <p:sldId id="293" r:id="rId11"/>
    <p:sldId id="297" r:id="rId12"/>
    <p:sldId id="294" r:id="rId13"/>
    <p:sldId id="295" r:id="rId14"/>
    <p:sldId id="296" r:id="rId15"/>
    <p:sldId id="284" r:id="rId16"/>
    <p:sldId id="285" r:id="rId17"/>
    <p:sldId id="286" r:id="rId18"/>
    <p:sldId id="287" r:id="rId19"/>
    <p:sldId id="288" r:id="rId20"/>
    <p:sldId id="289" r:id="rId21"/>
    <p:sldId id="290" r:id="rId22"/>
    <p:sldId id="291" r:id="rId23"/>
    <p:sldId id="279" r:id="rId24"/>
    <p:sldId id="270" r:id="rId25"/>
  </p:sldIdLst>
  <p:sldSz cx="9144000" cy="5143500" type="screen16x9"/>
  <p:notesSz cx="6858000" cy="9144000"/>
  <p:defaultTextStyle>
    <a:defPPr>
      <a:defRPr lang="nl-NL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EC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A07D41-B003-4389-82AC-4C456F9A5DA5}" v="21" dt="2024-04-10T05:31:05.9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Stijl, gemiddeld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6" autoAdjust="0"/>
    <p:restoredTop sz="96327"/>
  </p:normalViewPr>
  <p:slideViewPr>
    <p:cSldViewPr snapToGrid="0" snapToObjects="1">
      <p:cViewPr varScale="1">
        <p:scale>
          <a:sx n="131" d="100"/>
          <a:sy n="131" d="100"/>
        </p:scale>
        <p:origin x="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uerbach, Michiel" userId="515bf18e-b387-4cf3-acfd-4a53dc30f1a5" providerId="ADAL" clId="{5FA07D41-B003-4389-82AC-4C456F9A5DA5}"/>
    <pc:docChg chg="undo custSel addSld delSld modSld sldOrd">
      <pc:chgData name="Auerbach, Michiel" userId="515bf18e-b387-4cf3-acfd-4a53dc30f1a5" providerId="ADAL" clId="{5FA07D41-B003-4389-82AC-4C456F9A5DA5}" dt="2024-04-10T05:34:18.318" v="3556" actId="1076"/>
      <pc:docMkLst>
        <pc:docMk/>
      </pc:docMkLst>
      <pc:sldChg chg="addSp delSp modSp mod">
        <pc:chgData name="Auerbach, Michiel" userId="515bf18e-b387-4cf3-acfd-4a53dc30f1a5" providerId="ADAL" clId="{5FA07D41-B003-4389-82AC-4C456F9A5DA5}" dt="2024-04-09T11:30:26.848" v="2630" actId="14100"/>
        <pc:sldMkLst>
          <pc:docMk/>
          <pc:sldMk cId="2125893649" sldId="257"/>
        </pc:sldMkLst>
        <pc:spChg chg="mod">
          <ac:chgData name="Auerbach, Michiel" userId="515bf18e-b387-4cf3-acfd-4a53dc30f1a5" providerId="ADAL" clId="{5FA07D41-B003-4389-82AC-4C456F9A5DA5}" dt="2024-04-09T05:45:54.968" v="894" actId="6549"/>
          <ac:spMkLst>
            <pc:docMk/>
            <pc:sldMk cId="2125893649" sldId="257"/>
            <ac:spMk id="2" creationId="{6DE9B91B-F14E-2043-BD76-96190A054D83}"/>
          </ac:spMkLst>
        </pc:spChg>
        <pc:spChg chg="add del mod">
          <ac:chgData name="Auerbach, Michiel" userId="515bf18e-b387-4cf3-acfd-4a53dc30f1a5" providerId="ADAL" clId="{5FA07D41-B003-4389-82AC-4C456F9A5DA5}" dt="2024-04-09T05:45:58.524" v="896"/>
          <ac:spMkLst>
            <pc:docMk/>
            <pc:sldMk cId="2125893649" sldId="257"/>
            <ac:spMk id="7" creationId="{BE512D04-4AD8-2693-8F61-7265F8C4B91E}"/>
          </ac:spMkLst>
        </pc:spChg>
        <pc:spChg chg="mod">
          <ac:chgData name="Auerbach, Michiel" userId="515bf18e-b387-4cf3-acfd-4a53dc30f1a5" providerId="ADAL" clId="{5FA07D41-B003-4389-82AC-4C456F9A5DA5}" dt="2024-04-09T11:30:26.848" v="2630" actId="14100"/>
          <ac:spMkLst>
            <pc:docMk/>
            <pc:sldMk cId="2125893649" sldId="257"/>
            <ac:spMk id="13" creationId="{32750A62-855E-0E93-83E2-641A5D2106EE}"/>
          </ac:spMkLst>
        </pc:spChg>
        <pc:picChg chg="del">
          <ac:chgData name="Auerbach, Michiel" userId="515bf18e-b387-4cf3-acfd-4a53dc30f1a5" providerId="ADAL" clId="{5FA07D41-B003-4389-82AC-4C456F9A5DA5}" dt="2024-04-09T05:45:56.588" v="895" actId="478"/>
          <ac:picMkLst>
            <pc:docMk/>
            <pc:sldMk cId="2125893649" sldId="257"/>
            <ac:picMk id="8" creationId="{52889A8D-E701-CD3C-29A8-33E8DFEBF464}"/>
          </ac:picMkLst>
        </pc:picChg>
        <pc:picChg chg="add mod">
          <ac:chgData name="Auerbach, Michiel" userId="515bf18e-b387-4cf3-acfd-4a53dc30f1a5" providerId="ADAL" clId="{5FA07D41-B003-4389-82AC-4C456F9A5DA5}" dt="2024-04-09T05:45:59.733" v="898" actId="962"/>
          <ac:picMkLst>
            <pc:docMk/>
            <pc:sldMk cId="2125893649" sldId="257"/>
            <ac:picMk id="10" creationId="{D967939A-3CA3-E277-336F-C60F3B33F37C}"/>
          </ac:picMkLst>
        </pc:picChg>
      </pc:sldChg>
      <pc:sldChg chg="addSp delSp modSp mod">
        <pc:chgData name="Auerbach, Michiel" userId="515bf18e-b387-4cf3-acfd-4a53dc30f1a5" providerId="ADAL" clId="{5FA07D41-B003-4389-82AC-4C456F9A5DA5}" dt="2024-04-10T05:29:20.376" v="3118" actId="20577"/>
        <pc:sldMkLst>
          <pc:docMk/>
          <pc:sldMk cId="4054382824" sldId="258"/>
        </pc:sldMkLst>
        <pc:spChg chg="mod">
          <ac:chgData name="Auerbach, Michiel" userId="515bf18e-b387-4cf3-acfd-4a53dc30f1a5" providerId="ADAL" clId="{5FA07D41-B003-4389-82AC-4C456F9A5DA5}" dt="2024-04-09T05:41:26.169" v="16" actId="20577"/>
          <ac:spMkLst>
            <pc:docMk/>
            <pc:sldMk cId="4054382824" sldId="258"/>
            <ac:spMk id="2" creationId="{C21C2B8E-C7F7-3690-4245-778F1DA4FCB8}"/>
          </ac:spMkLst>
        </pc:spChg>
        <pc:spChg chg="mod">
          <ac:chgData name="Auerbach, Michiel" userId="515bf18e-b387-4cf3-acfd-4a53dc30f1a5" providerId="ADAL" clId="{5FA07D41-B003-4389-82AC-4C456F9A5DA5}" dt="2024-04-10T05:29:20.376" v="3118" actId="20577"/>
          <ac:spMkLst>
            <pc:docMk/>
            <pc:sldMk cId="4054382824" sldId="258"/>
            <ac:spMk id="3" creationId="{CF1576D1-BC63-FD14-C360-8042F69D724D}"/>
          </ac:spMkLst>
        </pc:spChg>
        <pc:spChg chg="add del mod">
          <ac:chgData name="Auerbach, Michiel" userId="515bf18e-b387-4cf3-acfd-4a53dc30f1a5" providerId="ADAL" clId="{5FA07D41-B003-4389-82AC-4C456F9A5DA5}" dt="2024-04-09T05:42:21.465" v="62"/>
          <ac:spMkLst>
            <pc:docMk/>
            <pc:sldMk cId="4054382824" sldId="258"/>
            <ac:spMk id="8" creationId="{AEEFE7C7-A932-C590-E145-1A27F03085C7}"/>
          </ac:spMkLst>
        </pc:spChg>
        <pc:picChg chg="del">
          <ac:chgData name="Auerbach, Michiel" userId="515bf18e-b387-4cf3-acfd-4a53dc30f1a5" providerId="ADAL" clId="{5FA07D41-B003-4389-82AC-4C456F9A5DA5}" dt="2024-04-09T05:42:19.592" v="61" actId="478"/>
          <ac:picMkLst>
            <pc:docMk/>
            <pc:sldMk cId="4054382824" sldId="258"/>
            <ac:picMk id="9" creationId="{67F53E65-7665-8CB1-B66B-A6859E8A3745}"/>
          </ac:picMkLst>
        </pc:picChg>
        <pc:picChg chg="add mod">
          <ac:chgData name="Auerbach, Michiel" userId="515bf18e-b387-4cf3-acfd-4a53dc30f1a5" providerId="ADAL" clId="{5FA07D41-B003-4389-82AC-4C456F9A5DA5}" dt="2024-04-09T05:42:23.541" v="63" actId="27614"/>
          <ac:picMkLst>
            <pc:docMk/>
            <pc:sldMk cId="4054382824" sldId="258"/>
            <ac:picMk id="11" creationId="{962E45A4-D060-9116-BA64-6EA81224D80A}"/>
          </ac:picMkLst>
        </pc:picChg>
      </pc:sldChg>
      <pc:sldChg chg="modSp mod">
        <pc:chgData name="Auerbach, Michiel" userId="515bf18e-b387-4cf3-acfd-4a53dc30f1a5" providerId="ADAL" clId="{5FA07D41-B003-4389-82AC-4C456F9A5DA5}" dt="2024-04-10T05:30:01.114" v="3169" actId="207"/>
        <pc:sldMkLst>
          <pc:docMk/>
          <pc:sldMk cId="266482769" sldId="263"/>
        </pc:sldMkLst>
        <pc:spChg chg="mod">
          <ac:chgData name="Auerbach, Michiel" userId="515bf18e-b387-4cf3-acfd-4a53dc30f1a5" providerId="ADAL" clId="{5FA07D41-B003-4389-82AC-4C456F9A5DA5}" dt="2024-04-10T05:30:01.114" v="3169" actId="207"/>
          <ac:spMkLst>
            <pc:docMk/>
            <pc:sldMk cId="266482769" sldId="263"/>
            <ac:spMk id="2" creationId="{399FF532-816D-0D66-0718-6E9BF408188F}"/>
          </ac:spMkLst>
        </pc:spChg>
      </pc:sldChg>
      <pc:sldChg chg="modSp mod">
        <pc:chgData name="Auerbach, Michiel" userId="515bf18e-b387-4cf3-acfd-4a53dc30f1a5" providerId="ADAL" clId="{5FA07D41-B003-4389-82AC-4C456F9A5DA5}" dt="2024-04-09T05:44:35.621" v="752" actId="207"/>
        <pc:sldMkLst>
          <pc:docMk/>
          <pc:sldMk cId="4130192829" sldId="264"/>
        </pc:sldMkLst>
        <pc:spChg chg="mod">
          <ac:chgData name="Auerbach, Michiel" userId="515bf18e-b387-4cf3-acfd-4a53dc30f1a5" providerId="ADAL" clId="{5FA07D41-B003-4389-82AC-4C456F9A5DA5}" dt="2024-04-09T05:44:35.621" v="752" actId="207"/>
          <ac:spMkLst>
            <pc:docMk/>
            <pc:sldMk cId="4130192829" sldId="264"/>
            <ac:spMk id="3" creationId="{B87D7925-38FB-F4E5-D9C1-90D62DD88441}"/>
          </ac:spMkLst>
        </pc:spChg>
      </pc:sldChg>
      <pc:sldChg chg="addSp delSp modSp mod modClrScheme chgLayout">
        <pc:chgData name="Auerbach, Michiel" userId="515bf18e-b387-4cf3-acfd-4a53dc30f1a5" providerId="ADAL" clId="{5FA07D41-B003-4389-82AC-4C456F9A5DA5}" dt="2024-04-09T06:06:41.640" v="2024" actId="2711"/>
        <pc:sldMkLst>
          <pc:docMk/>
          <pc:sldMk cId="2529186520" sldId="265"/>
        </pc:sldMkLst>
        <pc:spChg chg="add">
          <ac:chgData name="Auerbach, Michiel" userId="515bf18e-b387-4cf3-acfd-4a53dc30f1a5" providerId="ADAL" clId="{5FA07D41-B003-4389-82AC-4C456F9A5DA5}" dt="2024-04-09T05:59:38.637" v="1828"/>
          <ac:spMkLst>
            <pc:docMk/>
            <pc:sldMk cId="2529186520" sldId="265"/>
            <ac:spMk id="2" creationId="{67E8BF20-BEF9-E176-5863-E5AC52A1D1C6}"/>
          </ac:spMkLst>
        </pc:spChg>
        <pc:spChg chg="add">
          <ac:chgData name="Auerbach, Michiel" userId="515bf18e-b387-4cf3-acfd-4a53dc30f1a5" providerId="ADAL" clId="{5FA07D41-B003-4389-82AC-4C456F9A5DA5}" dt="2024-04-09T05:59:45.322" v="1829"/>
          <ac:spMkLst>
            <pc:docMk/>
            <pc:sldMk cId="2529186520" sldId="265"/>
            <ac:spMk id="3" creationId="{10A8D38D-DF07-7256-520A-7291C34C04E7}"/>
          </ac:spMkLst>
        </pc:spChg>
        <pc:spChg chg="add">
          <ac:chgData name="Auerbach, Michiel" userId="515bf18e-b387-4cf3-acfd-4a53dc30f1a5" providerId="ADAL" clId="{5FA07D41-B003-4389-82AC-4C456F9A5DA5}" dt="2024-04-09T05:59:59.822" v="1836"/>
          <ac:spMkLst>
            <pc:docMk/>
            <pc:sldMk cId="2529186520" sldId="265"/>
            <ac:spMk id="4" creationId="{8DA817B1-BB2A-BF86-65F4-3414CD6304D4}"/>
          </ac:spMkLst>
        </pc:spChg>
        <pc:spChg chg="mod">
          <ac:chgData name="Auerbach, Michiel" userId="515bf18e-b387-4cf3-acfd-4a53dc30f1a5" providerId="ADAL" clId="{5FA07D41-B003-4389-82AC-4C456F9A5DA5}" dt="2024-04-09T06:04:51.263" v="1840" actId="26606"/>
          <ac:spMkLst>
            <pc:docMk/>
            <pc:sldMk cId="2529186520" sldId="265"/>
            <ac:spMk id="5" creationId="{9B11CF62-D499-5B92-3E89-3D263FD11D40}"/>
          </ac:spMkLst>
        </pc:spChg>
        <pc:spChg chg="mod">
          <ac:chgData name="Auerbach, Michiel" userId="515bf18e-b387-4cf3-acfd-4a53dc30f1a5" providerId="ADAL" clId="{5FA07D41-B003-4389-82AC-4C456F9A5DA5}" dt="2024-04-09T06:04:51.263" v="1840" actId="26606"/>
          <ac:spMkLst>
            <pc:docMk/>
            <pc:sldMk cId="2529186520" sldId="265"/>
            <ac:spMk id="6" creationId="{47A39FA0-A0F0-3DEB-C81B-0B0C53898DCA}"/>
          </ac:spMkLst>
        </pc:spChg>
        <pc:spChg chg="mod">
          <ac:chgData name="Auerbach, Michiel" userId="515bf18e-b387-4cf3-acfd-4a53dc30f1a5" providerId="ADAL" clId="{5FA07D41-B003-4389-82AC-4C456F9A5DA5}" dt="2024-04-09T06:04:51.263" v="1840" actId="26606"/>
          <ac:spMkLst>
            <pc:docMk/>
            <pc:sldMk cId="2529186520" sldId="265"/>
            <ac:spMk id="7" creationId="{A2BB1F2F-169A-6967-4B94-C7ACA3EC91D9}"/>
          </ac:spMkLst>
        </pc:spChg>
        <pc:spChg chg="add del mod">
          <ac:chgData name="Auerbach, Michiel" userId="515bf18e-b387-4cf3-acfd-4a53dc30f1a5" providerId="ADAL" clId="{5FA07D41-B003-4389-82AC-4C456F9A5DA5}" dt="2024-04-09T06:04:48.280" v="1839" actId="22"/>
          <ac:spMkLst>
            <pc:docMk/>
            <pc:sldMk cId="2529186520" sldId="265"/>
            <ac:spMk id="10" creationId="{E9C4559A-B7EC-BB49-91D5-E9FD935D217D}"/>
          </ac:spMkLst>
        </pc:spChg>
        <pc:spChg chg="mod">
          <ac:chgData name="Auerbach, Michiel" userId="515bf18e-b387-4cf3-acfd-4a53dc30f1a5" providerId="ADAL" clId="{5FA07D41-B003-4389-82AC-4C456F9A5DA5}" dt="2024-04-09T06:04:51.263" v="1840" actId="26606"/>
          <ac:spMkLst>
            <pc:docMk/>
            <pc:sldMk cId="2529186520" sldId="265"/>
            <ac:spMk id="14" creationId="{FB52F9B5-C6C4-1D68-8015-E6ED7A37B8D4}"/>
          </ac:spMkLst>
        </pc:spChg>
        <pc:spChg chg="mod ord">
          <ac:chgData name="Auerbach, Michiel" userId="515bf18e-b387-4cf3-acfd-4a53dc30f1a5" providerId="ADAL" clId="{5FA07D41-B003-4389-82AC-4C456F9A5DA5}" dt="2024-04-09T06:06:41.640" v="2024" actId="2711"/>
          <ac:spMkLst>
            <pc:docMk/>
            <pc:sldMk cId="2529186520" sldId="265"/>
            <ac:spMk id="16" creationId="{A4523254-1982-AC2C-5C29-752165A69FEE}"/>
          </ac:spMkLst>
        </pc:spChg>
        <pc:picChg chg="del">
          <ac:chgData name="Auerbach, Michiel" userId="515bf18e-b387-4cf3-acfd-4a53dc30f1a5" providerId="ADAL" clId="{5FA07D41-B003-4389-82AC-4C456F9A5DA5}" dt="2024-04-09T06:03:46.362" v="1838" actId="478"/>
          <ac:picMkLst>
            <pc:docMk/>
            <pc:sldMk cId="2529186520" sldId="265"/>
            <ac:picMk id="9" creationId="{C8F64B69-A179-C99D-5586-F507438ECC4F}"/>
          </ac:picMkLst>
        </pc:picChg>
        <pc:picChg chg="add mod ord">
          <ac:chgData name="Auerbach, Michiel" userId="515bf18e-b387-4cf3-acfd-4a53dc30f1a5" providerId="ADAL" clId="{5FA07D41-B003-4389-82AC-4C456F9A5DA5}" dt="2024-04-09T06:04:51.263" v="1840" actId="26606"/>
          <ac:picMkLst>
            <pc:docMk/>
            <pc:sldMk cId="2529186520" sldId="265"/>
            <ac:picMk id="12" creationId="{C9D3B1CF-83BA-809E-9527-CAF0AA63831A}"/>
          </ac:picMkLst>
        </pc:picChg>
      </pc:sldChg>
      <pc:sldChg chg="modSp mod">
        <pc:chgData name="Auerbach, Michiel" userId="515bf18e-b387-4cf3-acfd-4a53dc30f1a5" providerId="ADAL" clId="{5FA07D41-B003-4389-82AC-4C456F9A5DA5}" dt="2024-04-09T06:07:26.173" v="2061" actId="20577"/>
        <pc:sldMkLst>
          <pc:docMk/>
          <pc:sldMk cId="3580385872" sldId="266"/>
        </pc:sldMkLst>
        <pc:spChg chg="mod">
          <ac:chgData name="Auerbach, Michiel" userId="515bf18e-b387-4cf3-acfd-4a53dc30f1a5" providerId="ADAL" clId="{5FA07D41-B003-4389-82AC-4C456F9A5DA5}" dt="2024-04-09T06:07:26.173" v="2061" actId="20577"/>
          <ac:spMkLst>
            <pc:docMk/>
            <pc:sldMk cId="3580385872" sldId="266"/>
            <ac:spMk id="2" creationId="{A6763ED0-00C0-271A-AEB8-F6F115A50B68}"/>
          </ac:spMkLst>
        </pc:spChg>
      </pc:sldChg>
      <pc:sldChg chg="del">
        <pc:chgData name="Auerbach, Michiel" userId="515bf18e-b387-4cf3-acfd-4a53dc30f1a5" providerId="ADAL" clId="{5FA07D41-B003-4389-82AC-4C456F9A5DA5}" dt="2024-04-09T06:07:16.020" v="2025" actId="47"/>
        <pc:sldMkLst>
          <pc:docMk/>
          <pc:sldMk cId="1385117169" sldId="267"/>
        </pc:sldMkLst>
      </pc:sldChg>
      <pc:sldChg chg="addSp delSp modSp mod">
        <pc:chgData name="Auerbach, Michiel" userId="515bf18e-b387-4cf3-acfd-4a53dc30f1a5" providerId="ADAL" clId="{5FA07D41-B003-4389-82AC-4C456F9A5DA5}" dt="2024-04-09T06:24:57.400" v="2605" actId="20577"/>
        <pc:sldMkLst>
          <pc:docMk/>
          <pc:sldMk cId="195677048" sldId="268"/>
        </pc:sldMkLst>
        <pc:spChg chg="mod">
          <ac:chgData name="Auerbach, Michiel" userId="515bf18e-b387-4cf3-acfd-4a53dc30f1a5" providerId="ADAL" clId="{5FA07D41-B003-4389-82AC-4C456F9A5DA5}" dt="2024-04-09T06:24:57.400" v="2605" actId="20577"/>
          <ac:spMkLst>
            <pc:docMk/>
            <pc:sldMk cId="195677048" sldId="268"/>
            <ac:spMk id="10" creationId="{460A81E9-EAEF-5983-D1C7-2CDD75C05492}"/>
          </ac:spMkLst>
        </pc:spChg>
        <pc:spChg chg="mod">
          <ac:chgData name="Auerbach, Michiel" userId="515bf18e-b387-4cf3-acfd-4a53dc30f1a5" providerId="ADAL" clId="{5FA07D41-B003-4389-82AC-4C456F9A5DA5}" dt="2024-04-09T06:11:02.645" v="2167" actId="20577"/>
          <ac:spMkLst>
            <pc:docMk/>
            <pc:sldMk cId="195677048" sldId="268"/>
            <ac:spMk id="12" creationId="{EF6EFED3-1BCC-1EC7-8349-DF36407CCE3F}"/>
          </ac:spMkLst>
        </pc:spChg>
        <pc:graphicFrameChg chg="add del mod modGraphic">
          <ac:chgData name="Auerbach, Michiel" userId="515bf18e-b387-4cf3-acfd-4a53dc30f1a5" providerId="ADAL" clId="{5FA07D41-B003-4389-82AC-4C456F9A5DA5}" dt="2024-04-09T06:24:14.530" v="2568" actId="478"/>
          <ac:graphicFrameMkLst>
            <pc:docMk/>
            <pc:sldMk cId="195677048" sldId="268"/>
            <ac:graphicFrameMk id="8" creationId="{DA8EC55E-4439-AC5D-65BD-5A35B44ADA6C}"/>
          </ac:graphicFrameMkLst>
        </pc:graphicFrameChg>
        <pc:picChg chg="add mod">
          <ac:chgData name="Auerbach, Michiel" userId="515bf18e-b387-4cf3-acfd-4a53dc30f1a5" providerId="ADAL" clId="{5FA07D41-B003-4389-82AC-4C456F9A5DA5}" dt="2024-04-09T06:12:05.270" v="2173" actId="1076"/>
          <ac:picMkLst>
            <pc:docMk/>
            <pc:sldMk cId="195677048" sldId="268"/>
            <ac:picMk id="6" creationId="{5FCB92DF-CA3B-C487-7AC5-DAF5C20C884C}"/>
          </ac:picMkLst>
        </pc:picChg>
        <pc:picChg chg="del">
          <ac:chgData name="Auerbach, Michiel" userId="515bf18e-b387-4cf3-acfd-4a53dc30f1a5" providerId="ADAL" clId="{5FA07D41-B003-4389-82AC-4C456F9A5DA5}" dt="2024-04-09T06:11:55.187" v="2168" actId="478"/>
          <ac:picMkLst>
            <pc:docMk/>
            <pc:sldMk cId="195677048" sldId="268"/>
            <ac:picMk id="7" creationId="{E813FD5C-ED95-2262-1EB8-B13AE8BE31C8}"/>
          </ac:picMkLst>
        </pc:picChg>
      </pc:sldChg>
      <pc:sldChg chg="modSp mod">
        <pc:chgData name="Auerbach, Michiel" userId="515bf18e-b387-4cf3-acfd-4a53dc30f1a5" providerId="ADAL" clId="{5FA07D41-B003-4389-82AC-4C456F9A5DA5}" dt="2024-04-09T06:25:27.443" v="2606" actId="20577"/>
        <pc:sldMkLst>
          <pc:docMk/>
          <pc:sldMk cId="1326252306" sldId="279"/>
        </pc:sldMkLst>
        <pc:spChg chg="mod">
          <ac:chgData name="Auerbach, Michiel" userId="515bf18e-b387-4cf3-acfd-4a53dc30f1a5" providerId="ADAL" clId="{5FA07D41-B003-4389-82AC-4C456F9A5DA5}" dt="2024-04-09T06:25:27.443" v="2606" actId="20577"/>
          <ac:spMkLst>
            <pc:docMk/>
            <pc:sldMk cId="1326252306" sldId="279"/>
            <ac:spMk id="2" creationId="{A6763ED0-00C0-271A-AEB8-F6F115A50B68}"/>
          </ac:spMkLst>
        </pc:spChg>
      </pc:sldChg>
      <pc:sldChg chg="modSp mod">
        <pc:chgData name="Auerbach, Michiel" userId="515bf18e-b387-4cf3-acfd-4a53dc30f1a5" providerId="ADAL" clId="{5FA07D41-B003-4389-82AC-4C456F9A5DA5}" dt="2024-04-09T05:45:17.399" v="853" actId="20577"/>
        <pc:sldMkLst>
          <pc:docMk/>
          <pc:sldMk cId="4213172739" sldId="280"/>
        </pc:sldMkLst>
        <pc:spChg chg="mod">
          <ac:chgData name="Auerbach, Michiel" userId="515bf18e-b387-4cf3-acfd-4a53dc30f1a5" providerId="ADAL" clId="{5FA07D41-B003-4389-82AC-4C456F9A5DA5}" dt="2024-04-09T05:45:17.399" v="853" actId="20577"/>
          <ac:spMkLst>
            <pc:docMk/>
            <pc:sldMk cId="4213172739" sldId="280"/>
            <ac:spMk id="2" creationId="{A6763ED0-00C0-271A-AEB8-F6F115A50B68}"/>
          </ac:spMkLst>
        </pc:spChg>
      </pc:sldChg>
      <pc:sldChg chg="addSp modSp add mod ord setBg">
        <pc:chgData name="Auerbach, Michiel" userId="515bf18e-b387-4cf3-acfd-4a53dc30f1a5" providerId="ADAL" clId="{5FA07D41-B003-4389-82AC-4C456F9A5DA5}" dt="2024-04-09T11:34:35.265" v="3068" actId="20577"/>
        <pc:sldMkLst>
          <pc:docMk/>
          <pc:sldMk cId="1830608723" sldId="281"/>
        </pc:sldMkLst>
        <pc:spChg chg="mod">
          <ac:chgData name="Auerbach, Michiel" userId="515bf18e-b387-4cf3-acfd-4a53dc30f1a5" providerId="ADAL" clId="{5FA07D41-B003-4389-82AC-4C456F9A5DA5}" dt="2024-04-09T11:30:53.143" v="2664" actId="20577"/>
          <ac:spMkLst>
            <pc:docMk/>
            <pc:sldMk cId="1830608723" sldId="281"/>
            <ac:spMk id="2" creationId="{6DE9B91B-F14E-2043-BD76-96190A054D83}"/>
          </ac:spMkLst>
        </pc:spChg>
        <pc:spChg chg="add">
          <ac:chgData name="Auerbach, Michiel" userId="515bf18e-b387-4cf3-acfd-4a53dc30f1a5" providerId="ADAL" clId="{5FA07D41-B003-4389-82AC-4C456F9A5DA5}" dt="2024-04-09T11:32:34.934" v="2896"/>
          <ac:spMkLst>
            <pc:docMk/>
            <pc:sldMk cId="1830608723" sldId="281"/>
            <ac:spMk id="3" creationId="{CB120591-ED39-F0D0-F101-85A6D2EF1740}"/>
          </ac:spMkLst>
        </pc:spChg>
        <pc:spChg chg="add">
          <ac:chgData name="Auerbach, Michiel" userId="515bf18e-b387-4cf3-acfd-4a53dc30f1a5" providerId="ADAL" clId="{5FA07D41-B003-4389-82AC-4C456F9A5DA5}" dt="2024-04-09T11:33:16.475" v="2913"/>
          <ac:spMkLst>
            <pc:docMk/>
            <pc:sldMk cId="1830608723" sldId="281"/>
            <ac:spMk id="7" creationId="{2D741BCA-76BA-EB52-BB9A-93494E193AAB}"/>
          </ac:spMkLst>
        </pc:spChg>
        <pc:spChg chg="mod">
          <ac:chgData name="Auerbach, Michiel" userId="515bf18e-b387-4cf3-acfd-4a53dc30f1a5" providerId="ADAL" clId="{5FA07D41-B003-4389-82AC-4C456F9A5DA5}" dt="2024-04-09T11:34:35.265" v="3068" actId="20577"/>
          <ac:spMkLst>
            <pc:docMk/>
            <pc:sldMk cId="1830608723" sldId="281"/>
            <ac:spMk id="13" creationId="{32750A62-855E-0E93-83E2-641A5D2106EE}"/>
          </ac:spMkLst>
        </pc:spChg>
        <pc:picChg chg="mod">
          <ac:chgData name="Auerbach, Michiel" userId="515bf18e-b387-4cf3-acfd-4a53dc30f1a5" providerId="ADAL" clId="{5FA07D41-B003-4389-82AC-4C456F9A5DA5}" dt="2024-04-09T11:31:13.993" v="2667" actId="688"/>
          <ac:picMkLst>
            <pc:docMk/>
            <pc:sldMk cId="1830608723" sldId="281"/>
            <ac:picMk id="10" creationId="{D967939A-3CA3-E277-336F-C60F3B33F37C}"/>
          </ac:picMkLst>
        </pc:picChg>
      </pc:sldChg>
      <pc:sldChg chg="addSp delSp modSp add mod">
        <pc:chgData name="Auerbach, Michiel" userId="515bf18e-b387-4cf3-acfd-4a53dc30f1a5" providerId="ADAL" clId="{5FA07D41-B003-4389-82AC-4C456F9A5DA5}" dt="2024-04-10T05:34:18.318" v="3556" actId="1076"/>
        <pc:sldMkLst>
          <pc:docMk/>
          <pc:sldMk cId="3011347861" sldId="282"/>
        </pc:sldMkLst>
        <pc:spChg chg="mod">
          <ac:chgData name="Auerbach, Michiel" userId="515bf18e-b387-4cf3-acfd-4a53dc30f1a5" providerId="ADAL" clId="{5FA07D41-B003-4389-82AC-4C456F9A5DA5}" dt="2024-04-10T05:31:49.007" v="3238" actId="20577"/>
          <ac:spMkLst>
            <pc:docMk/>
            <pc:sldMk cId="3011347861" sldId="282"/>
            <ac:spMk id="2" creationId="{6DE9B91B-F14E-2043-BD76-96190A054D83}"/>
          </ac:spMkLst>
        </pc:spChg>
        <pc:spChg chg="add del mod">
          <ac:chgData name="Auerbach, Michiel" userId="515bf18e-b387-4cf3-acfd-4a53dc30f1a5" providerId="ADAL" clId="{5FA07D41-B003-4389-82AC-4C456F9A5DA5}" dt="2024-04-10T05:30:58.467" v="3176" actId="478"/>
          <ac:spMkLst>
            <pc:docMk/>
            <pc:sldMk cId="3011347861" sldId="282"/>
            <ac:spMk id="7" creationId="{581E1800-4251-BD63-3227-15D14816E002}"/>
          </ac:spMkLst>
        </pc:spChg>
        <pc:spChg chg="mod">
          <ac:chgData name="Auerbach, Michiel" userId="515bf18e-b387-4cf3-acfd-4a53dc30f1a5" providerId="ADAL" clId="{5FA07D41-B003-4389-82AC-4C456F9A5DA5}" dt="2024-04-10T05:33:17.921" v="3553" actId="14100"/>
          <ac:spMkLst>
            <pc:docMk/>
            <pc:sldMk cId="3011347861" sldId="282"/>
            <ac:spMk id="13" creationId="{32750A62-855E-0E93-83E2-641A5D2106EE}"/>
          </ac:spMkLst>
        </pc:spChg>
        <pc:picChg chg="add mod">
          <ac:chgData name="Auerbach, Michiel" userId="515bf18e-b387-4cf3-acfd-4a53dc30f1a5" providerId="ADAL" clId="{5FA07D41-B003-4389-82AC-4C456F9A5DA5}" dt="2024-04-10T05:31:18.990" v="3183" actId="14100"/>
          <ac:picMkLst>
            <pc:docMk/>
            <pc:sldMk cId="3011347861" sldId="282"/>
            <ac:picMk id="9" creationId="{3B6CB79A-2179-783C-736F-070B1200710C}"/>
          </ac:picMkLst>
        </pc:picChg>
        <pc:picChg chg="del">
          <ac:chgData name="Auerbach, Michiel" userId="515bf18e-b387-4cf3-acfd-4a53dc30f1a5" providerId="ADAL" clId="{5FA07D41-B003-4389-82AC-4C456F9A5DA5}" dt="2024-04-10T05:30:46.776" v="3174" actId="478"/>
          <ac:picMkLst>
            <pc:docMk/>
            <pc:sldMk cId="3011347861" sldId="282"/>
            <ac:picMk id="10" creationId="{D967939A-3CA3-E277-336F-C60F3B33F37C}"/>
          </ac:picMkLst>
        </pc:picChg>
        <pc:picChg chg="add mod">
          <ac:chgData name="Auerbach, Michiel" userId="515bf18e-b387-4cf3-acfd-4a53dc30f1a5" providerId="ADAL" clId="{5FA07D41-B003-4389-82AC-4C456F9A5DA5}" dt="2024-04-10T05:34:18.318" v="3556" actId="1076"/>
          <ac:picMkLst>
            <pc:docMk/>
            <pc:sldMk cId="3011347861" sldId="282"/>
            <ac:picMk id="12" creationId="{454133BE-1955-7F04-4ABE-B397044888C8}"/>
          </ac:picMkLst>
        </pc:picChg>
      </pc:sldChg>
      <pc:sldChg chg="add ord">
        <pc:chgData name="Auerbach, Michiel" userId="515bf18e-b387-4cf3-acfd-4a53dc30f1a5" providerId="ADAL" clId="{5FA07D41-B003-4389-82AC-4C456F9A5DA5}" dt="2024-04-10T05:30:13.479" v="3173"/>
        <pc:sldMkLst>
          <pc:docMk/>
          <pc:sldMk cId="3623847845" sldId="283"/>
        </pc:sldMkLst>
      </pc:sldChg>
    </pc:docChg>
  </pc:docChgLst>
  <pc:docChgLst>
    <pc:chgData name="Auerbach, Michiel" userId="515bf18e-b387-4cf3-acfd-4a53dc30f1a5" providerId="ADAL" clId="{117166CE-878B-458A-8C6B-DAC3140727D3}"/>
    <pc:docChg chg="undo custSel addSld delSld modSld sldOrd">
      <pc:chgData name="Auerbach, Michiel" userId="515bf18e-b387-4cf3-acfd-4a53dc30f1a5" providerId="ADAL" clId="{117166CE-878B-458A-8C6B-DAC3140727D3}" dt="2024-04-08T06:02:46.973" v="2998" actId="47"/>
      <pc:docMkLst>
        <pc:docMk/>
      </pc:docMkLst>
      <pc:sldChg chg="addSp delSp modSp mod modClrScheme chgLayout">
        <pc:chgData name="Auerbach, Michiel" userId="515bf18e-b387-4cf3-acfd-4a53dc30f1a5" providerId="ADAL" clId="{117166CE-878B-458A-8C6B-DAC3140727D3}" dt="2024-04-08T05:47:44.497" v="1512" actId="20577"/>
        <pc:sldMkLst>
          <pc:docMk/>
          <pc:sldMk cId="2125893649" sldId="257"/>
        </pc:sldMkLst>
        <pc:spChg chg="mod">
          <ac:chgData name="Auerbach, Michiel" userId="515bf18e-b387-4cf3-acfd-4a53dc30f1a5" providerId="ADAL" clId="{117166CE-878B-458A-8C6B-DAC3140727D3}" dt="2024-04-08T05:46:14.074" v="972" actId="26606"/>
          <ac:spMkLst>
            <pc:docMk/>
            <pc:sldMk cId="2125893649" sldId="257"/>
            <ac:spMk id="2" creationId="{6DE9B91B-F14E-2043-BD76-96190A054D83}"/>
          </ac:spMkLst>
        </pc:spChg>
        <pc:spChg chg="del">
          <ac:chgData name="Auerbach, Michiel" userId="515bf18e-b387-4cf3-acfd-4a53dc30f1a5" providerId="ADAL" clId="{117166CE-878B-458A-8C6B-DAC3140727D3}" dt="2024-04-08T05:46:10.947" v="969"/>
          <ac:spMkLst>
            <pc:docMk/>
            <pc:sldMk cId="2125893649" sldId="257"/>
            <ac:spMk id="3" creationId="{8736748A-7232-ED40-9756-84B040FA550A}"/>
          </ac:spMkLst>
        </pc:spChg>
        <pc:spChg chg="mod">
          <ac:chgData name="Auerbach, Michiel" userId="515bf18e-b387-4cf3-acfd-4a53dc30f1a5" providerId="ADAL" clId="{117166CE-878B-458A-8C6B-DAC3140727D3}" dt="2024-04-08T05:46:14.074" v="972" actId="26606"/>
          <ac:spMkLst>
            <pc:docMk/>
            <pc:sldMk cId="2125893649" sldId="257"/>
            <ac:spMk id="4" creationId="{4588B78B-2266-8940-A691-F18E05B7EDA5}"/>
          </ac:spMkLst>
        </pc:spChg>
        <pc:spChg chg="mod">
          <ac:chgData name="Auerbach, Michiel" userId="515bf18e-b387-4cf3-acfd-4a53dc30f1a5" providerId="ADAL" clId="{117166CE-878B-458A-8C6B-DAC3140727D3}" dt="2024-04-08T05:46:14.074" v="972" actId="26606"/>
          <ac:spMkLst>
            <pc:docMk/>
            <pc:sldMk cId="2125893649" sldId="257"/>
            <ac:spMk id="5" creationId="{0CC20958-DDDF-3D4B-B602-21D0FE4D8357}"/>
          </ac:spMkLst>
        </pc:spChg>
        <pc:spChg chg="mod">
          <ac:chgData name="Auerbach, Michiel" userId="515bf18e-b387-4cf3-acfd-4a53dc30f1a5" providerId="ADAL" clId="{117166CE-878B-458A-8C6B-DAC3140727D3}" dt="2024-04-08T05:46:14.074" v="972" actId="26606"/>
          <ac:spMkLst>
            <pc:docMk/>
            <pc:sldMk cId="2125893649" sldId="257"/>
            <ac:spMk id="6" creationId="{19D79C34-DE15-C547-9D5D-ACB58DB93BB3}"/>
          </ac:spMkLst>
        </pc:spChg>
        <pc:spChg chg="add mod">
          <ac:chgData name="Auerbach, Michiel" userId="515bf18e-b387-4cf3-acfd-4a53dc30f1a5" providerId="ADAL" clId="{117166CE-878B-458A-8C6B-DAC3140727D3}" dt="2024-04-08T05:47:44.497" v="1512" actId="20577"/>
          <ac:spMkLst>
            <pc:docMk/>
            <pc:sldMk cId="2125893649" sldId="257"/>
            <ac:spMk id="13" creationId="{32750A62-855E-0E93-83E2-641A5D2106EE}"/>
          </ac:spMkLst>
        </pc:spChg>
        <pc:picChg chg="add mod">
          <ac:chgData name="Auerbach, Michiel" userId="515bf18e-b387-4cf3-acfd-4a53dc30f1a5" providerId="ADAL" clId="{117166CE-878B-458A-8C6B-DAC3140727D3}" dt="2024-04-08T05:46:14.074" v="972" actId="26606"/>
          <ac:picMkLst>
            <pc:docMk/>
            <pc:sldMk cId="2125893649" sldId="257"/>
            <ac:picMk id="8" creationId="{52889A8D-E701-CD3C-29A8-33E8DFEBF464}"/>
          </ac:picMkLst>
        </pc:picChg>
      </pc:sldChg>
      <pc:sldChg chg="addSp delSp modSp mod">
        <pc:chgData name="Auerbach, Michiel" userId="515bf18e-b387-4cf3-acfd-4a53dc30f1a5" providerId="ADAL" clId="{117166CE-878B-458A-8C6B-DAC3140727D3}" dt="2024-04-08T05:37:56.445" v="60" actId="962"/>
        <pc:sldMkLst>
          <pc:docMk/>
          <pc:sldMk cId="4054382824" sldId="258"/>
        </pc:sldMkLst>
        <pc:spChg chg="mod">
          <ac:chgData name="Auerbach, Michiel" userId="515bf18e-b387-4cf3-acfd-4a53dc30f1a5" providerId="ADAL" clId="{117166CE-878B-458A-8C6B-DAC3140727D3}" dt="2024-04-08T05:36:45.931" v="44" actId="20577"/>
          <ac:spMkLst>
            <pc:docMk/>
            <pc:sldMk cId="4054382824" sldId="258"/>
            <ac:spMk id="2" creationId="{C21C2B8E-C7F7-3690-4245-778F1DA4FCB8}"/>
          </ac:spMkLst>
        </pc:spChg>
        <pc:spChg chg="mod">
          <ac:chgData name="Auerbach, Michiel" userId="515bf18e-b387-4cf3-acfd-4a53dc30f1a5" providerId="ADAL" clId="{117166CE-878B-458A-8C6B-DAC3140727D3}" dt="2024-04-08T05:36:50.699" v="57" actId="20577"/>
          <ac:spMkLst>
            <pc:docMk/>
            <pc:sldMk cId="4054382824" sldId="258"/>
            <ac:spMk id="3" creationId="{CF1576D1-BC63-FD14-C360-8042F69D724D}"/>
          </ac:spMkLst>
        </pc:spChg>
        <pc:spChg chg="del">
          <ac:chgData name="Auerbach, Michiel" userId="515bf18e-b387-4cf3-acfd-4a53dc30f1a5" providerId="ADAL" clId="{117166CE-878B-458A-8C6B-DAC3140727D3}" dt="2024-04-08T05:37:54.139" v="58"/>
          <ac:spMkLst>
            <pc:docMk/>
            <pc:sldMk cId="4054382824" sldId="258"/>
            <ac:spMk id="7" creationId="{0116B041-6850-0C87-10A4-1C5C7B34F820}"/>
          </ac:spMkLst>
        </pc:spChg>
        <pc:picChg chg="add mod">
          <ac:chgData name="Auerbach, Michiel" userId="515bf18e-b387-4cf3-acfd-4a53dc30f1a5" providerId="ADAL" clId="{117166CE-878B-458A-8C6B-DAC3140727D3}" dt="2024-04-08T05:37:56.445" v="60" actId="962"/>
          <ac:picMkLst>
            <pc:docMk/>
            <pc:sldMk cId="4054382824" sldId="258"/>
            <ac:picMk id="9" creationId="{67F53E65-7665-8CB1-B66B-A6859E8A3745}"/>
          </ac:picMkLst>
        </pc:picChg>
      </pc:sldChg>
      <pc:sldChg chg="del">
        <pc:chgData name="Auerbach, Michiel" userId="515bf18e-b387-4cf3-acfd-4a53dc30f1a5" providerId="ADAL" clId="{117166CE-878B-458A-8C6B-DAC3140727D3}" dt="2024-04-08T05:38:12.811" v="61" actId="2696"/>
        <pc:sldMkLst>
          <pc:docMk/>
          <pc:sldMk cId="3722502443" sldId="259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3772822615" sldId="260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3911183481" sldId="261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3519690427" sldId="262"/>
        </pc:sldMkLst>
      </pc:sldChg>
      <pc:sldChg chg="modSp mod">
        <pc:chgData name="Auerbach, Michiel" userId="515bf18e-b387-4cf3-acfd-4a53dc30f1a5" providerId="ADAL" clId="{117166CE-878B-458A-8C6B-DAC3140727D3}" dt="2024-04-08T05:51:40.838" v="2017"/>
        <pc:sldMkLst>
          <pc:docMk/>
          <pc:sldMk cId="266482769" sldId="263"/>
        </pc:sldMkLst>
        <pc:spChg chg="mod">
          <ac:chgData name="Auerbach, Michiel" userId="515bf18e-b387-4cf3-acfd-4a53dc30f1a5" providerId="ADAL" clId="{117166CE-878B-458A-8C6B-DAC3140727D3}" dt="2024-04-08T05:51:40.838" v="2017"/>
          <ac:spMkLst>
            <pc:docMk/>
            <pc:sldMk cId="266482769" sldId="263"/>
            <ac:spMk id="2" creationId="{399FF532-816D-0D66-0718-6E9BF408188F}"/>
          </ac:spMkLst>
        </pc:spChg>
      </pc:sldChg>
      <pc:sldChg chg="modSp mod">
        <pc:chgData name="Auerbach, Michiel" userId="515bf18e-b387-4cf3-acfd-4a53dc30f1a5" providerId="ADAL" clId="{117166CE-878B-458A-8C6B-DAC3140727D3}" dt="2024-04-08T05:44:48.920" v="953" actId="114"/>
        <pc:sldMkLst>
          <pc:docMk/>
          <pc:sldMk cId="4130192829" sldId="264"/>
        </pc:sldMkLst>
        <pc:spChg chg="mod">
          <ac:chgData name="Auerbach, Michiel" userId="515bf18e-b387-4cf3-acfd-4a53dc30f1a5" providerId="ADAL" clId="{117166CE-878B-458A-8C6B-DAC3140727D3}" dt="2024-04-08T05:39:52.834" v="335" actId="20577"/>
          <ac:spMkLst>
            <pc:docMk/>
            <pc:sldMk cId="4130192829" sldId="264"/>
            <ac:spMk id="2" creationId="{C95823C7-553E-DC3D-CF01-D0D2060A2E19}"/>
          </ac:spMkLst>
        </pc:spChg>
        <pc:spChg chg="mod">
          <ac:chgData name="Auerbach, Michiel" userId="515bf18e-b387-4cf3-acfd-4a53dc30f1a5" providerId="ADAL" clId="{117166CE-878B-458A-8C6B-DAC3140727D3}" dt="2024-04-08T05:44:48.920" v="953" actId="114"/>
          <ac:spMkLst>
            <pc:docMk/>
            <pc:sldMk cId="4130192829" sldId="264"/>
            <ac:spMk id="3" creationId="{B87D7925-38FB-F4E5-D9C1-90D62DD88441}"/>
          </ac:spMkLst>
        </pc:spChg>
      </pc:sldChg>
      <pc:sldChg chg="addSp delSp modSp mod">
        <pc:chgData name="Auerbach, Michiel" userId="515bf18e-b387-4cf3-acfd-4a53dc30f1a5" providerId="ADAL" clId="{117166CE-878B-458A-8C6B-DAC3140727D3}" dt="2024-04-08T05:51:49.920" v="2029" actId="20577"/>
        <pc:sldMkLst>
          <pc:docMk/>
          <pc:sldMk cId="2529186520" sldId="265"/>
        </pc:sldMkLst>
        <pc:spChg chg="del">
          <ac:chgData name="Auerbach, Michiel" userId="515bf18e-b387-4cf3-acfd-4a53dc30f1a5" providerId="ADAL" clId="{117166CE-878B-458A-8C6B-DAC3140727D3}" dt="2024-04-08T05:49:17.756" v="1516" actId="26606"/>
          <ac:spMkLst>
            <pc:docMk/>
            <pc:sldMk cId="2529186520" sldId="265"/>
            <ac:spMk id="2" creationId="{53AE2D29-D57A-7DD5-7A69-602BED7C21A4}"/>
          </ac:spMkLst>
        </pc:spChg>
        <pc:spChg chg="del">
          <ac:chgData name="Auerbach, Michiel" userId="515bf18e-b387-4cf3-acfd-4a53dc30f1a5" providerId="ADAL" clId="{117166CE-878B-458A-8C6B-DAC3140727D3}" dt="2024-04-08T05:49:14.886" v="1513"/>
          <ac:spMkLst>
            <pc:docMk/>
            <pc:sldMk cId="2529186520" sldId="265"/>
            <ac:spMk id="3" creationId="{9F980DEC-F555-A60D-A83E-3C959A3BD55E}"/>
          </ac:spMkLst>
        </pc:spChg>
        <pc:spChg chg="del">
          <ac:chgData name="Auerbach, Michiel" userId="515bf18e-b387-4cf3-acfd-4a53dc30f1a5" providerId="ADAL" clId="{117166CE-878B-458A-8C6B-DAC3140727D3}" dt="2024-04-08T05:49:17.756" v="1516" actId="26606"/>
          <ac:spMkLst>
            <pc:docMk/>
            <pc:sldMk cId="2529186520" sldId="265"/>
            <ac:spMk id="4" creationId="{9DBDFD4C-BCF5-7673-840B-54FB1D8E2582}"/>
          </ac:spMkLst>
        </pc:spChg>
        <pc:spChg chg="mod">
          <ac:chgData name="Auerbach, Michiel" userId="515bf18e-b387-4cf3-acfd-4a53dc30f1a5" providerId="ADAL" clId="{117166CE-878B-458A-8C6B-DAC3140727D3}" dt="2024-04-08T05:49:17.756" v="1516" actId="26606"/>
          <ac:spMkLst>
            <pc:docMk/>
            <pc:sldMk cId="2529186520" sldId="265"/>
            <ac:spMk id="5" creationId="{9B11CF62-D499-5B92-3E89-3D263FD11D40}"/>
          </ac:spMkLst>
        </pc:spChg>
        <pc:spChg chg="mod">
          <ac:chgData name="Auerbach, Michiel" userId="515bf18e-b387-4cf3-acfd-4a53dc30f1a5" providerId="ADAL" clId="{117166CE-878B-458A-8C6B-DAC3140727D3}" dt="2024-04-08T05:49:17.756" v="1516" actId="26606"/>
          <ac:spMkLst>
            <pc:docMk/>
            <pc:sldMk cId="2529186520" sldId="265"/>
            <ac:spMk id="6" creationId="{47A39FA0-A0F0-3DEB-C81B-0B0C53898DCA}"/>
          </ac:spMkLst>
        </pc:spChg>
        <pc:spChg chg="mod">
          <ac:chgData name="Auerbach, Michiel" userId="515bf18e-b387-4cf3-acfd-4a53dc30f1a5" providerId="ADAL" clId="{117166CE-878B-458A-8C6B-DAC3140727D3}" dt="2024-04-08T05:49:17.756" v="1516" actId="26606"/>
          <ac:spMkLst>
            <pc:docMk/>
            <pc:sldMk cId="2529186520" sldId="265"/>
            <ac:spMk id="7" creationId="{A2BB1F2F-169A-6967-4B94-C7ACA3EC91D9}"/>
          </ac:spMkLst>
        </pc:spChg>
        <pc:spChg chg="add mod">
          <ac:chgData name="Auerbach, Michiel" userId="515bf18e-b387-4cf3-acfd-4a53dc30f1a5" providerId="ADAL" clId="{117166CE-878B-458A-8C6B-DAC3140727D3}" dt="2024-04-08T05:49:29.331" v="1554" actId="20577"/>
          <ac:spMkLst>
            <pc:docMk/>
            <pc:sldMk cId="2529186520" sldId="265"/>
            <ac:spMk id="14" creationId="{FB52F9B5-C6C4-1D68-8015-E6ED7A37B8D4}"/>
          </ac:spMkLst>
        </pc:spChg>
        <pc:spChg chg="add mod">
          <ac:chgData name="Auerbach, Michiel" userId="515bf18e-b387-4cf3-acfd-4a53dc30f1a5" providerId="ADAL" clId="{117166CE-878B-458A-8C6B-DAC3140727D3}" dt="2024-04-08T05:51:49.920" v="2029" actId="20577"/>
          <ac:spMkLst>
            <pc:docMk/>
            <pc:sldMk cId="2529186520" sldId="265"/>
            <ac:spMk id="16" creationId="{A4523254-1982-AC2C-5C29-752165A69FEE}"/>
          </ac:spMkLst>
        </pc:spChg>
        <pc:picChg chg="add mod">
          <ac:chgData name="Auerbach, Michiel" userId="515bf18e-b387-4cf3-acfd-4a53dc30f1a5" providerId="ADAL" clId="{117166CE-878B-458A-8C6B-DAC3140727D3}" dt="2024-04-08T05:49:17.756" v="1516" actId="26606"/>
          <ac:picMkLst>
            <pc:docMk/>
            <pc:sldMk cId="2529186520" sldId="265"/>
            <ac:picMk id="9" creationId="{C8F64B69-A179-C99D-5586-F507438ECC4F}"/>
          </ac:picMkLst>
        </pc:picChg>
      </pc:sldChg>
      <pc:sldChg chg="modSp mod ord">
        <pc:chgData name="Auerbach, Michiel" userId="515bf18e-b387-4cf3-acfd-4a53dc30f1a5" providerId="ADAL" clId="{117166CE-878B-458A-8C6B-DAC3140727D3}" dt="2024-04-08T05:59:19.235" v="2657" actId="20577"/>
        <pc:sldMkLst>
          <pc:docMk/>
          <pc:sldMk cId="3580385872" sldId="266"/>
        </pc:sldMkLst>
        <pc:spChg chg="mod">
          <ac:chgData name="Auerbach, Michiel" userId="515bf18e-b387-4cf3-acfd-4a53dc30f1a5" providerId="ADAL" clId="{117166CE-878B-458A-8C6B-DAC3140727D3}" dt="2024-04-08T05:59:19.235" v="2657" actId="20577"/>
          <ac:spMkLst>
            <pc:docMk/>
            <pc:sldMk cId="3580385872" sldId="266"/>
            <ac:spMk id="2" creationId="{A6763ED0-00C0-271A-AEB8-F6F115A50B68}"/>
          </ac:spMkLst>
        </pc:spChg>
      </pc:sldChg>
      <pc:sldChg chg="addSp delSp modSp mod">
        <pc:chgData name="Auerbach, Michiel" userId="515bf18e-b387-4cf3-acfd-4a53dc30f1a5" providerId="ADAL" clId="{117166CE-878B-458A-8C6B-DAC3140727D3}" dt="2024-04-08T05:58:20.689" v="2544" actId="207"/>
        <pc:sldMkLst>
          <pc:docMk/>
          <pc:sldMk cId="1385117169" sldId="267"/>
        </pc:sldMkLst>
        <pc:spChg chg="mod">
          <ac:chgData name="Auerbach, Michiel" userId="515bf18e-b387-4cf3-acfd-4a53dc30f1a5" providerId="ADAL" clId="{117166CE-878B-458A-8C6B-DAC3140727D3}" dt="2024-04-08T05:55:17.094" v="2053" actId="20577"/>
          <ac:spMkLst>
            <pc:docMk/>
            <pc:sldMk cId="1385117169" sldId="267"/>
            <ac:spMk id="2" creationId="{E0BDFEE6-5196-5B88-D929-FB0393C31E16}"/>
          </ac:spMkLst>
        </pc:spChg>
        <pc:spChg chg="del">
          <ac:chgData name="Auerbach, Michiel" userId="515bf18e-b387-4cf3-acfd-4a53dc30f1a5" providerId="ADAL" clId="{117166CE-878B-458A-8C6B-DAC3140727D3}" dt="2024-04-08T05:54:35.032" v="2030" actId="22"/>
          <ac:spMkLst>
            <pc:docMk/>
            <pc:sldMk cId="1385117169" sldId="267"/>
            <ac:spMk id="6" creationId="{94697A0C-1FB1-3D80-0906-9520ABF2B88B}"/>
          </ac:spMkLst>
        </pc:spChg>
        <pc:spChg chg="mod">
          <ac:chgData name="Auerbach, Michiel" userId="515bf18e-b387-4cf3-acfd-4a53dc30f1a5" providerId="ADAL" clId="{117166CE-878B-458A-8C6B-DAC3140727D3}" dt="2024-04-08T05:58:20.689" v="2544" actId="207"/>
          <ac:spMkLst>
            <pc:docMk/>
            <pc:sldMk cId="1385117169" sldId="267"/>
            <ac:spMk id="7" creationId="{DACFF566-1EC9-A408-6096-E0BC117B6770}"/>
          </ac:spMkLst>
        </pc:spChg>
        <pc:picChg chg="add mod ord">
          <ac:chgData name="Auerbach, Michiel" userId="515bf18e-b387-4cf3-acfd-4a53dc30f1a5" providerId="ADAL" clId="{117166CE-878B-458A-8C6B-DAC3140727D3}" dt="2024-04-08T05:54:35.032" v="2030" actId="22"/>
          <ac:picMkLst>
            <pc:docMk/>
            <pc:sldMk cId="1385117169" sldId="267"/>
            <ac:picMk id="9" creationId="{6768D9AD-B148-4BC6-9BA8-CC56380CCE81}"/>
          </ac:picMkLst>
        </pc:picChg>
      </pc:sldChg>
      <pc:sldChg chg="addSp delSp modSp mod modClrScheme chgLayout">
        <pc:chgData name="Auerbach, Michiel" userId="515bf18e-b387-4cf3-acfd-4a53dc30f1a5" providerId="ADAL" clId="{117166CE-878B-458A-8C6B-DAC3140727D3}" dt="2024-04-08T06:01:57.419" v="2873" actId="20577"/>
        <pc:sldMkLst>
          <pc:docMk/>
          <pc:sldMk cId="195677048" sldId="268"/>
        </pc:sldMkLst>
        <pc:spChg chg="del">
          <ac:chgData name="Auerbach, Michiel" userId="515bf18e-b387-4cf3-acfd-4a53dc30f1a5" providerId="ADAL" clId="{117166CE-878B-458A-8C6B-DAC3140727D3}" dt="2024-04-08T05:59:57.812" v="2679" actId="26606"/>
          <ac:spMkLst>
            <pc:docMk/>
            <pc:sldMk cId="195677048" sldId="268"/>
            <ac:spMk id="2" creationId="{6C866DDF-1922-D893-4185-45A5CC45B479}"/>
          </ac:spMkLst>
        </pc:spChg>
        <pc:spChg chg="mod ord">
          <ac:chgData name="Auerbach, Michiel" userId="515bf18e-b387-4cf3-acfd-4a53dc30f1a5" providerId="ADAL" clId="{117166CE-878B-458A-8C6B-DAC3140727D3}" dt="2024-04-08T06:00:24.855" v="2703" actId="700"/>
          <ac:spMkLst>
            <pc:docMk/>
            <pc:sldMk cId="195677048" sldId="268"/>
            <ac:spMk id="3" creationId="{D947A20B-4B70-6B93-7CE7-3457931DA112}"/>
          </ac:spMkLst>
        </pc:spChg>
        <pc:spChg chg="mod ord">
          <ac:chgData name="Auerbach, Michiel" userId="515bf18e-b387-4cf3-acfd-4a53dc30f1a5" providerId="ADAL" clId="{117166CE-878B-458A-8C6B-DAC3140727D3}" dt="2024-04-08T06:00:24.855" v="2703" actId="700"/>
          <ac:spMkLst>
            <pc:docMk/>
            <pc:sldMk cId="195677048" sldId="268"/>
            <ac:spMk id="4" creationId="{89601BE0-3C11-461A-AF01-A94699CBCAE6}"/>
          </ac:spMkLst>
        </pc:spChg>
        <pc:spChg chg="mod ord">
          <ac:chgData name="Auerbach, Michiel" userId="515bf18e-b387-4cf3-acfd-4a53dc30f1a5" providerId="ADAL" clId="{117166CE-878B-458A-8C6B-DAC3140727D3}" dt="2024-04-08T06:00:24.855" v="2703" actId="700"/>
          <ac:spMkLst>
            <pc:docMk/>
            <pc:sldMk cId="195677048" sldId="268"/>
            <ac:spMk id="5" creationId="{68AB4285-B98B-1965-9EC4-6EC319903810}"/>
          </ac:spMkLst>
        </pc:spChg>
        <pc:spChg chg="add del mod ord">
          <ac:chgData name="Auerbach, Michiel" userId="515bf18e-b387-4cf3-acfd-4a53dc30f1a5" providerId="ADAL" clId="{117166CE-878B-458A-8C6B-DAC3140727D3}" dt="2024-04-08T06:00:24.855" v="2703" actId="700"/>
          <ac:spMkLst>
            <pc:docMk/>
            <pc:sldMk cId="195677048" sldId="268"/>
            <ac:spMk id="8" creationId="{A5F7A22D-8F5F-FD21-430D-14D48A1A5D98}"/>
          </ac:spMkLst>
        </pc:spChg>
        <pc:spChg chg="add del mod ord">
          <ac:chgData name="Auerbach, Michiel" userId="515bf18e-b387-4cf3-acfd-4a53dc30f1a5" providerId="ADAL" clId="{117166CE-878B-458A-8C6B-DAC3140727D3}" dt="2024-04-08T06:00:24.855" v="2703" actId="700"/>
          <ac:spMkLst>
            <pc:docMk/>
            <pc:sldMk cId="195677048" sldId="268"/>
            <ac:spMk id="9" creationId="{30242153-E1C0-29EF-9592-53377794D2C9}"/>
          </ac:spMkLst>
        </pc:spChg>
        <pc:spChg chg="add mod">
          <ac:chgData name="Auerbach, Michiel" userId="515bf18e-b387-4cf3-acfd-4a53dc30f1a5" providerId="ADAL" clId="{117166CE-878B-458A-8C6B-DAC3140727D3}" dt="2024-04-08T06:01:57.419" v="2873" actId="20577"/>
          <ac:spMkLst>
            <pc:docMk/>
            <pc:sldMk cId="195677048" sldId="268"/>
            <ac:spMk id="10" creationId="{460A81E9-EAEF-5983-D1C7-2CDD75C05492}"/>
          </ac:spMkLst>
        </pc:spChg>
        <pc:spChg chg="add mod ord">
          <ac:chgData name="Auerbach, Michiel" userId="515bf18e-b387-4cf3-acfd-4a53dc30f1a5" providerId="ADAL" clId="{117166CE-878B-458A-8C6B-DAC3140727D3}" dt="2024-04-08T06:00:24.855" v="2703" actId="700"/>
          <ac:spMkLst>
            <pc:docMk/>
            <pc:sldMk cId="195677048" sldId="268"/>
            <ac:spMk id="12" creationId="{EF6EFED3-1BCC-1EC7-8349-DF36407CCE3F}"/>
          </ac:spMkLst>
        </pc:spChg>
        <pc:picChg chg="add mod ord">
          <ac:chgData name="Auerbach, Michiel" userId="515bf18e-b387-4cf3-acfd-4a53dc30f1a5" providerId="ADAL" clId="{117166CE-878B-458A-8C6B-DAC3140727D3}" dt="2024-04-08T06:00:13.903" v="2701" actId="14100"/>
          <ac:picMkLst>
            <pc:docMk/>
            <pc:sldMk cId="195677048" sldId="268"/>
            <ac:picMk id="7" creationId="{E813FD5C-ED95-2262-1EB8-B13AE8BE31C8}"/>
          </ac:picMkLst>
        </pc:picChg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2010707297" sldId="269"/>
        </pc:sldMkLst>
      </pc:sldChg>
      <pc:sldChg chg="ord">
        <pc:chgData name="Auerbach, Michiel" userId="515bf18e-b387-4cf3-acfd-4a53dc30f1a5" providerId="ADAL" clId="{117166CE-878B-458A-8C6B-DAC3140727D3}" dt="2024-04-08T05:58:58.391" v="2548"/>
        <pc:sldMkLst>
          <pc:docMk/>
          <pc:sldMk cId="3840938293" sldId="270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2474373054" sldId="271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2622899176" sldId="272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3669477155" sldId="273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895094914" sldId="274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3188983532" sldId="276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4140632000" sldId="277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4198794885" sldId="278"/>
        </pc:sldMkLst>
      </pc:sldChg>
      <pc:sldChg chg="modSp add mod">
        <pc:chgData name="Auerbach, Michiel" userId="515bf18e-b387-4cf3-acfd-4a53dc30f1a5" providerId="ADAL" clId="{117166CE-878B-458A-8C6B-DAC3140727D3}" dt="2024-04-08T06:02:41.554" v="2997" actId="6549"/>
        <pc:sldMkLst>
          <pc:docMk/>
          <pc:sldMk cId="1326252306" sldId="279"/>
        </pc:sldMkLst>
        <pc:spChg chg="mod">
          <ac:chgData name="Auerbach, Michiel" userId="515bf18e-b387-4cf3-acfd-4a53dc30f1a5" providerId="ADAL" clId="{117166CE-878B-458A-8C6B-DAC3140727D3}" dt="2024-04-08T06:02:41.554" v="2997" actId="6549"/>
          <ac:spMkLst>
            <pc:docMk/>
            <pc:sldMk cId="1326252306" sldId="279"/>
            <ac:spMk id="2" creationId="{A6763ED0-00C0-271A-AEB8-F6F115A50B68}"/>
          </ac:spMkLst>
        </pc:spChg>
      </pc:sldChg>
      <pc:sldChg chg="addSp delSp modSp add del mod ord">
        <pc:chgData name="Auerbach, Michiel" userId="515bf18e-b387-4cf3-acfd-4a53dc30f1a5" providerId="ADAL" clId="{117166CE-878B-458A-8C6B-DAC3140727D3}" dt="2024-04-08T06:00:05.785" v="2700" actId="47"/>
        <pc:sldMkLst>
          <pc:docMk/>
          <pc:sldMk cId="1440136576" sldId="279"/>
        </pc:sldMkLst>
        <pc:spChg chg="mod">
          <ac:chgData name="Auerbach, Michiel" userId="515bf18e-b387-4cf3-acfd-4a53dc30f1a5" providerId="ADAL" clId="{117166CE-878B-458A-8C6B-DAC3140727D3}" dt="2024-04-08T05:59:26.890" v="2668" actId="20577"/>
          <ac:spMkLst>
            <pc:docMk/>
            <pc:sldMk cId="1440136576" sldId="279"/>
            <ac:spMk id="2" creationId="{E0BDFEE6-5196-5B88-D929-FB0393C31E16}"/>
          </ac:spMkLst>
        </pc:spChg>
        <pc:spChg chg="mod">
          <ac:chgData name="Auerbach, Michiel" userId="515bf18e-b387-4cf3-acfd-4a53dc30f1a5" providerId="ADAL" clId="{117166CE-878B-458A-8C6B-DAC3140727D3}" dt="2024-04-08T05:59:34.314" v="2670" actId="1076"/>
          <ac:spMkLst>
            <pc:docMk/>
            <pc:sldMk cId="1440136576" sldId="279"/>
            <ac:spMk id="7" creationId="{DACFF566-1EC9-A408-6096-E0BC117B6770}"/>
          </ac:spMkLst>
        </pc:spChg>
        <pc:spChg chg="add mod">
          <ac:chgData name="Auerbach, Michiel" userId="515bf18e-b387-4cf3-acfd-4a53dc30f1a5" providerId="ADAL" clId="{117166CE-878B-458A-8C6B-DAC3140727D3}" dt="2024-04-08T05:59:45.628" v="2673" actId="1076"/>
          <ac:spMkLst>
            <pc:docMk/>
            <pc:sldMk cId="1440136576" sldId="279"/>
            <ac:spMk id="8" creationId="{E1B7F507-B549-7453-31E5-95452754E589}"/>
          </ac:spMkLst>
        </pc:spChg>
        <pc:picChg chg="del mod">
          <ac:chgData name="Auerbach, Michiel" userId="515bf18e-b387-4cf3-acfd-4a53dc30f1a5" providerId="ADAL" clId="{117166CE-878B-458A-8C6B-DAC3140727D3}" dt="2024-04-08T05:59:40.496" v="2672" actId="478"/>
          <ac:picMkLst>
            <pc:docMk/>
            <pc:sldMk cId="1440136576" sldId="279"/>
            <ac:picMk id="9" creationId="{6768D9AD-B148-4BC6-9BA8-CC56380CCE81}"/>
          </ac:picMkLst>
        </pc:picChg>
      </pc:sldChg>
      <pc:sldChg chg="del">
        <pc:chgData name="Auerbach, Michiel" userId="515bf18e-b387-4cf3-acfd-4a53dc30f1a5" providerId="ADAL" clId="{117166CE-878B-458A-8C6B-DAC3140727D3}" dt="2024-04-08T05:38:12.811" v="61" actId="2696"/>
        <pc:sldMkLst>
          <pc:docMk/>
          <pc:sldMk cId="3381910369" sldId="279"/>
        </pc:sldMkLst>
      </pc:sldChg>
      <pc:sldChg chg="add del">
        <pc:chgData name="Auerbach, Michiel" userId="515bf18e-b387-4cf3-acfd-4a53dc30f1a5" providerId="ADAL" clId="{117166CE-878B-458A-8C6B-DAC3140727D3}" dt="2024-04-08T05:59:46.925" v="2675"/>
        <pc:sldMkLst>
          <pc:docMk/>
          <pc:sldMk cId="3653189514" sldId="280"/>
        </pc:sldMkLst>
      </pc:sldChg>
    </pc:docChg>
  </pc:docChgLst>
  <pc:docChgLst>
    <pc:chgData name="Auerbach, Michiel" userId="515bf18e-b387-4cf3-acfd-4a53dc30f1a5" providerId="ADAL" clId="{49E6B7ED-FA3D-406A-925E-3343E28E87F5}"/>
    <pc:docChg chg="undo custSel addSld modSld">
      <pc:chgData name="Auerbach, Michiel" userId="515bf18e-b387-4cf3-acfd-4a53dc30f1a5" providerId="ADAL" clId="{49E6B7ED-FA3D-406A-925E-3343E28E87F5}" dt="2024-04-09T05:34:41.840" v="551" actId="20577"/>
      <pc:docMkLst>
        <pc:docMk/>
      </pc:docMkLst>
      <pc:sldChg chg="modSp mod">
        <pc:chgData name="Auerbach, Michiel" userId="515bf18e-b387-4cf3-acfd-4a53dc30f1a5" providerId="ADAL" clId="{49E6B7ED-FA3D-406A-925E-3343E28E87F5}" dt="2024-04-09T05:29:46.443" v="70" actId="6549"/>
        <pc:sldMkLst>
          <pc:docMk/>
          <pc:sldMk cId="4130192829" sldId="264"/>
        </pc:sldMkLst>
        <pc:spChg chg="mod">
          <ac:chgData name="Auerbach, Michiel" userId="515bf18e-b387-4cf3-acfd-4a53dc30f1a5" providerId="ADAL" clId="{49E6B7ED-FA3D-406A-925E-3343E28E87F5}" dt="2024-04-09T05:29:46.443" v="70" actId="6549"/>
          <ac:spMkLst>
            <pc:docMk/>
            <pc:sldMk cId="4130192829" sldId="264"/>
            <ac:spMk id="3" creationId="{B87D7925-38FB-F4E5-D9C1-90D62DD88441}"/>
          </ac:spMkLst>
        </pc:spChg>
      </pc:sldChg>
      <pc:sldChg chg="modSp mod">
        <pc:chgData name="Auerbach, Michiel" userId="515bf18e-b387-4cf3-acfd-4a53dc30f1a5" providerId="ADAL" clId="{49E6B7ED-FA3D-406A-925E-3343E28E87F5}" dt="2024-04-09T05:34:03.581" v="542" actId="113"/>
        <pc:sldMkLst>
          <pc:docMk/>
          <pc:sldMk cId="2529186520" sldId="265"/>
        </pc:sldMkLst>
        <pc:spChg chg="mod">
          <ac:chgData name="Auerbach, Michiel" userId="515bf18e-b387-4cf3-acfd-4a53dc30f1a5" providerId="ADAL" clId="{49E6B7ED-FA3D-406A-925E-3343E28E87F5}" dt="2024-04-09T05:34:03.581" v="542" actId="113"/>
          <ac:spMkLst>
            <pc:docMk/>
            <pc:sldMk cId="2529186520" sldId="265"/>
            <ac:spMk id="16" creationId="{A4523254-1982-AC2C-5C29-752165A69FEE}"/>
          </ac:spMkLst>
        </pc:spChg>
      </pc:sldChg>
      <pc:sldChg chg="modSp mod">
        <pc:chgData name="Auerbach, Michiel" userId="515bf18e-b387-4cf3-acfd-4a53dc30f1a5" providerId="ADAL" clId="{49E6B7ED-FA3D-406A-925E-3343E28E87F5}" dt="2024-04-09T05:34:24.892" v="547" actId="113"/>
        <pc:sldMkLst>
          <pc:docMk/>
          <pc:sldMk cId="1385117169" sldId="267"/>
        </pc:sldMkLst>
        <pc:spChg chg="mod">
          <ac:chgData name="Auerbach, Michiel" userId="515bf18e-b387-4cf3-acfd-4a53dc30f1a5" providerId="ADAL" clId="{49E6B7ED-FA3D-406A-925E-3343E28E87F5}" dt="2024-04-09T05:34:24.892" v="547" actId="113"/>
          <ac:spMkLst>
            <pc:docMk/>
            <pc:sldMk cId="1385117169" sldId="267"/>
            <ac:spMk id="7" creationId="{DACFF566-1EC9-A408-6096-E0BC117B6770}"/>
          </ac:spMkLst>
        </pc:spChg>
      </pc:sldChg>
      <pc:sldChg chg="modSp mod">
        <pc:chgData name="Auerbach, Michiel" userId="515bf18e-b387-4cf3-acfd-4a53dc30f1a5" providerId="ADAL" clId="{49E6B7ED-FA3D-406A-925E-3343E28E87F5}" dt="2024-04-09T05:34:41.840" v="551" actId="20577"/>
        <pc:sldMkLst>
          <pc:docMk/>
          <pc:sldMk cId="195677048" sldId="268"/>
        </pc:sldMkLst>
        <pc:spChg chg="mod">
          <ac:chgData name="Auerbach, Michiel" userId="515bf18e-b387-4cf3-acfd-4a53dc30f1a5" providerId="ADAL" clId="{49E6B7ED-FA3D-406A-925E-3343E28E87F5}" dt="2024-04-09T05:34:41.840" v="551" actId="20577"/>
          <ac:spMkLst>
            <pc:docMk/>
            <pc:sldMk cId="195677048" sldId="268"/>
            <ac:spMk id="10" creationId="{460A81E9-EAEF-5983-D1C7-2CDD75C05492}"/>
          </ac:spMkLst>
        </pc:spChg>
      </pc:sldChg>
      <pc:sldChg chg="modSp mod">
        <pc:chgData name="Auerbach, Michiel" userId="515bf18e-b387-4cf3-acfd-4a53dc30f1a5" providerId="ADAL" clId="{49E6B7ED-FA3D-406A-925E-3343E28E87F5}" dt="2024-04-08T11:11:21.473" v="17" actId="20577"/>
        <pc:sldMkLst>
          <pc:docMk/>
          <pc:sldMk cId="1326252306" sldId="279"/>
        </pc:sldMkLst>
        <pc:spChg chg="mod">
          <ac:chgData name="Auerbach, Michiel" userId="515bf18e-b387-4cf3-acfd-4a53dc30f1a5" providerId="ADAL" clId="{49E6B7ED-FA3D-406A-925E-3343E28E87F5}" dt="2024-04-08T11:11:21.473" v="17" actId="20577"/>
          <ac:spMkLst>
            <pc:docMk/>
            <pc:sldMk cId="1326252306" sldId="279"/>
            <ac:spMk id="2" creationId="{A6763ED0-00C0-271A-AEB8-F6F115A50B68}"/>
          </ac:spMkLst>
        </pc:spChg>
      </pc:sldChg>
      <pc:sldChg chg="modSp add mod">
        <pc:chgData name="Auerbach, Michiel" userId="515bf18e-b387-4cf3-acfd-4a53dc30f1a5" providerId="ADAL" clId="{49E6B7ED-FA3D-406A-925E-3343E28E87F5}" dt="2024-04-09T05:33:42.450" v="541" actId="20577"/>
        <pc:sldMkLst>
          <pc:docMk/>
          <pc:sldMk cId="4213172739" sldId="280"/>
        </pc:sldMkLst>
        <pc:spChg chg="mod">
          <ac:chgData name="Auerbach, Michiel" userId="515bf18e-b387-4cf3-acfd-4a53dc30f1a5" providerId="ADAL" clId="{49E6B7ED-FA3D-406A-925E-3343E28E87F5}" dt="2024-04-09T05:33:42.450" v="541" actId="20577"/>
          <ac:spMkLst>
            <pc:docMk/>
            <pc:sldMk cId="4213172739" sldId="280"/>
            <ac:spMk id="2" creationId="{A6763ED0-00C0-271A-AEB8-F6F115A50B6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94ABBD-1D8E-AB4D-BFC8-A9CE9EA7FF94}" type="datetimeFigureOut">
              <a:rPr lang="nl-NL" smtClean="0"/>
              <a:t>14-1-2026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F96F5E-A800-3B4F-BB9F-6BE6D9D4179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46086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r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24000" y="2160000"/>
            <a:ext cx="5760000" cy="1224000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24005" y="3384000"/>
            <a:ext cx="5760000" cy="360000"/>
          </a:xfrm>
        </p:spPr>
        <p:txBody>
          <a:bodyPr anchor="t" anchorCtr="0"/>
          <a:lstStyle>
            <a:lvl1pPr marL="0" indent="0" algn="l">
              <a:lnSpc>
                <a:spcPct val="95000"/>
              </a:lnSpc>
              <a:buNone/>
              <a:defRPr sz="20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nl-NL" dirty="0"/>
              <a:t>Klik om een naam of locatie in te voeren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40000" y="4428000"/>
            <a:ext cx="1800000" cy="216000"/>
          </a:xfrm>
        </p:spPr>
        <p:txBody>
          <a:bodyPr/>
          <a:lstStyle>
            <a:lvl1pPr algn="r">
              <a:defRPr sz="1300">
                <a:solidFill>
                  <a:schemeClr val="tx1"/>
                </a:solidFill>
              </a:defRPr>
            </a:lvl1pPr>
          </a:lstStyle>
          <a:p>
            <a:r>
              <a:rPr lang="nl-NL"/>
              <a:t>Periode 8 - week 2</a:t>
            </a:r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11" name="Tijdelijke aanduiding voor afbeelding 10">
            <a:extLst>
              <a:ext uri="{FF2B5EF4-FFF2-40B4-BE49-F238E27FC236}">
                <a16:creationId xmlns:a16="http://schemas.microsoft.com/office/drawing/2014/main" id="{AB737111-8D86-1C91-A3D3-4A8DCFF65AFD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0" y="-1"/>
            <a:ext cx="9144000" cy="2495296"/>
          </a:xfrm>
          <a:custGeom>
            <a:avLst/>
            <a:gdLst>
              <a:gd name="connsiteX0" fmla="*/ 0 w 9144000"/>
              <a:gd name="connsiteY0" fmla="*/ 0 h 2495296"/>
              <a:gd name="connsiteX1" fmla="*/ 9144000 w 9144000"/>
              <a:gd name="connsiteY1" fmla="*/ 0 h 2495296"/>
              <a:gd name="connsiteX2" fmla="*/ 9144000 w 9144000"/>
              <a:gd name="connsiteY2" fmla="*/ 1924177 h 2495296"/>
              <a:gd name="connsiteX3" fmla="*/ 8892032 w 9144000"/>
              <a:gd name="connsiteY3" fmla="*/ 1970024 h 2495296"/>
              <a:gd name="connsiteX4" fmla="*/ 8892032 w 9144000"/>
              <a:gd name="connsiteY4" fmla="*/ 1492250 h 2495296"/>
              <a:gd name="connsiteX5" fmla="*/ 5842000 w 9144000"/>
              <a:gd name="connsiteY5" fmla="*/ 2143506 h 2495296"/>
              <a:gd name="connsiteX6" fmla="*/ 2794000 w 9144000"/>
              <a:gd name="connsiteY6" fmla="*/ 1500505 h 2495296"/>
              <a:gd name="connsiteX7" fmla="*/ 2794000 w 9144000"/>
              <a:gd name="connsiteY7" fmla="*/ 2495296 h 2495296"/>
              <a:gd name="connsiteX8" fmla="*/ 0 w 9144000"/>
              <a:gd name="connsiteY8" fmla="*/ 1924177 h 2495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44000" h="2495296">
                <a:moveTo>
                  <a:pt x="0" y="0"/>
                </a:moveTo>
                <a:lnTo>
                  <a:pt x="9144000" y="0"/>
                </a:lnTo>
                <a:lnTo>
                  <a:pt x="9144000" y="1924177"/>
                </a:lnTo>
                <a:lnTo>
                  <a:pt x="8892032" y="1970024"/>
                </a:lnTo>
                <a:lnTo>
                  <a:pt x="8892032" y="1492250"/>
                </a:lnTo>
                <a:lnTo>
                  <a:pt x="5842000" y="2143506"/>
                </a:lnTo>
                <a:lnTo>
                  <a:pt x="2794000" y="1500505"/>
                </a:lnTo>
                <a:lnTo>
                  <a:pt x="2794000" y="2495296"/>
                </a:lnTo>
                <a:lnTo>
                  <a:pt x="0" y="1924177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360000" tIns="360000" rIns="360000" anchor="t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10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47AD168-4710-210B-6222-629D677A34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4000" y="1836000"/>
            <a:ext cx="8136000" cy="1224000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D92FF7D-0BCE-7C92-707B-ACD7D9DAD7F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4000" y="3060000"/>
            <a:ext cx="8136000" cy="360000"/>
          </a:xfrm>
        </p:spPr>
        <p:txBody>
          <a:bodyPr anchor="t" anchorCtr="0"/>
          <a:lstStyle>
            <a:lvl1pPr marL="0" indent="0" algn="l">
              <a:lnSpc>
                <a:spcPct val="95000"/>
              </a:lnSpc>
              <a:buNone/>
              <a:defRPr sz="20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nl-NL" dirty="0"/>
              <a:t>Klik om een naam of locatie in te voeren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8201ED70-61E3-2E47-1660-F468410595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40000" y="4428000"/>
            <a:ext cx="1800000" cy="216000"/>
          </a:xfrm>
        </p:spPr>
        <p:txBody>
          <a:bodyPr/>
          <a:lstStyle>
            <a:lvl1pPr algn="r">
              <a:defRPr sz="1300">
                <a:solidFill>
                  <a:schemeClr val="tx1"/>
                </a:solidFill>
              </a:defRPr>
            </a:lvl1pPr>
          </a:lstStyle>
          <a:p>
            <a:r>
              <a:rPr lang="nl-NL"/>
              <a:t>Periode 8 - week 2</a:t>
            </a:r>
            <a:endParaRPr lang="nl-NL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30F63-0BF7-E341-E4D1-D8D00A1243A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92000" y="216000"/>
            <a:ext cx="2808000" cy="432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1300" b="1">
                <a:solidFill>
                  <a:schemeClr val="tx1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nl-NL" dirty="0"/>
              <a:t>Klikken om de schoolnaam of sectornaam te bewerken</a:t>
            </a:r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B854F5D7-EDC6-E854-15AA-C9503F371D78}"/>
              </a:ext>
            </a:extLst>
          </p:cNvPr>
          <p:cNvSpPr/>
          <p:nvPr userDrawn="1"/>
        </p:nvSpPr>
        <p:spPr>
          <a:xfrm>
            <a:off x="504000" y="0"/>
            <a:ext cx="144000" cy="64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4358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Corpora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47AD168-4710-210B-6222-629D677A34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4000" y="1836000"/>
            <a:ext cx="8136000" cy="1224000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D92FF7D-0BCE-7C92-707B-ACD7D9DAD7F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4000" y="3060000"/>
            <a:ext cx="8136000" cy="360000"/>
          </a:xfrm>
        </p:spPr>
        <p:txBody>
          <a:bodyPr anchor="t" anchorCtr="0"/>
          <a:lstStyle>
            <a:lvl1pPr marL="0" indent="0" algn="l">
              <a:lnSpc>
                <a:spcPct val="95000"/>
              </a:lnSpc>
              <a:buNone/>
              <a:defRPr sz="20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nl-NL" dirty="0"/>
              <a:t>Klik om een naam of locatie in te voeren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8201ED70-61E3-2E47-1660-F468410595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40000" y="4428000"/>
            <a:ext cx="1800000" cy="216000"/>
          </a:xfrm>
        </p:spPr>
        <p:txBody>
          <a:bodyPr/>
          <a:lstStyle>
            <a:lvl1pPr algn="r">
              <a:defRPr sz="1300">
                <a:solidFill>
                  <a:schemeClr val="tx1"/>
                </a:solidFill>
              </a:defRPr>
            </a:lvl1pPr>
          </a:lstStyle>
          <a:p>
            <a:r>
              <a:rPr lang="nl-NL"/>
              <a:t>Periode 8 - week 2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53456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000" y="1116000"/>
            <a:ext cx="5040000" cy="3311999"/>
          </a:xfrm>
        </p:spPr>
        <p:txBody>
          <a:bodyPr/>
          <a:lstStyle>
            <a:lvl1pPr marL="252000" indent="-252000">
              <a:lnSpc>
                <a:spcPts val="2400"/>
              </a:lnSpc>
              <a:buSzPct val="100000"/>
              <a:buFont typeface="+mj-lt"/>
              <a:buAutoNum type="arabicPeriod"/>
              <a:defRPr sz="1600"/>
            </a:lvl1pPr>
            <a:lvl2pPr marL="504000" indent="-252000">
              <a:lnSpc>
                <a:spcPts val="2400"/>
              </a:lnSpc>
              <a:buSzPct val="100000"/>
              <a:buFont typeface="+mj-lt"/>
              <a:buAutoNum type="arabicPeriod"/>
              <a:defRPr sz="1600"/>
            </a:lvl2pPr>
            <a:lvl3pPr marL="504000" indent="-252000">
              <a:lnSpc>
                <a:spcPts val="2400"/>
              </a:lnSpc>
              <a:buFont typeface="+mj-lt"/>
              <a:buAutoNum type="arabicPeriod"/>
              <a:defRPr sz="1600"/>
            </a:lvl3pPr>
            <a:lvl4pPr marL="504000" indent="-252000">
              <a:lnSpc>
                <a:spcPts val="2400"/>
              </a:lnSpc>
              <a:buFont typeface="+mj-lt"/>
              <a:buAutoNum type="arabicPeriod"/>
              <a:defRPr sz="1600" b="0">
                <a:solidFill>
                  <a:schemeClr val="tx1"/>
                </a:solidFill>
              </a:defRPr>
            </a:lvl4pPr>
            <a:lvl5pPr marL="504000" indent="-252000">
              <a:lnSpc>
                <a:spcPts val="2400"/>
              </a:lnSpc>
              <a:buFont typeface="+mj-lt"/>
              <a:buAutoNum type="arabicPeriod"/>
              <a:defRPr sz="16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11" name="Vrije vorm 10">
            <a:extLst>
              <a:ext uri="{FF2B5EF4-FFF2-40B4-BE49-F238E27FC236}">
                <a16:creationId xmlns:a16="http://schemas.microsoft.com/office/drawing/2014/main" id="{0FD87E55-C8C9-F7C3-73A7-FC99BF955789}"/>
              </a:ext>
            </a:extLst>
          </p:cNvPr>
          <p:cNvSpPr/>
          <p:nvPr userDrawn="1"/>
        </p:nvSpPr>
        <p:spPr>
          <a:xfrm>
            <a:off x="252000" y="0"/>
            <a:ext cx="8640001" cy="965688"/>
          </a:xfrm>
          <a:custGeom>
            <a:avLst/>
            <a:gdLst>
              <a:gd name="connsiteX0" fmla="*/ 0 w 8640001"/>
              <a:gd name="connsiteY0" fmla="*/ 0 h 965688"/>
              <a:gd name="connsiteX1" fmla="*/ 8640001 w 8640001"/>
              <a:gd name="connsiteY1" fmla="*/ 0 h 965688"/>
              <a:gd name="connsiteX2" fmla="*/ 8640001 w 8640001"/>
              <a:gd name="connsiteY2" fmla="*/ 164592 h 965688"/>
              <a:gd name="connsiteX3" fmla="*/ 8640001 w 8640001"/>
              <a:gd name="connsiteY3" fmla="*/ 213074 h 965688"/>
              <a:gd name="connsiteX4" fmla="*/ 8640001 w 8640001"/>
              <a:gd name="connsiteY4" fmla="*/ 326593 h 965688"/>
              <a:gd name="connsiteX5" fmla="*/ 8640001 w 8640001"/>
              <a:gd name="connsiteY5" fmla="*/ 377666 h 965688"/>
              <a:gd name="connsiteX6" fmla="*/ 8640001 w 8640001"/>
              <a:gd name="connsiteY6" fmla="*/ 539667 h 965688"/>
              <a:gd name="connsiteX7" fmla="*/ 0 w 8640001"/>
              <a:gd name="connsiteY7" fmla="*/ 965688 h 965688"/>
              <a:gd name="connsiteX8" fmla="*/ 0 w 8640001"/>
              <a:gd name="connsiteY8" fmla="*/ 803687 h 965688"/>
              <a:gd name="connsiteX9" fmla="*/ 0 w 8640001"/>
              <a:gd name="connsiteY9" fmla="*/ 639095 h 965688"/>
              <a:gd name="connsiteX10" fmla="*/ 0 w 8640001"/>
              <a:gd name="connsiteY10" fmla="*/ 639095 h 965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40001" h="965688">
                <a:moveTo>
                  <a:pt x="0" y="0"/>
                </a:moveTo>
                <a:lnTo>
                  <a:pt x="8640001" y="0"/>
                </a:lnTo>
                <a:lnTo>
                  <a:pt x="8640001" y="164592"/>
                </a:lnTo>
                <a:lnTo>
                  <a:pt x="8640001" y="213074"/>
                </a:lnTo>
                <a:lnTo>
                  <a:pt x="8640001" y="326593"/>
                </a:lnTo>
                <a:lnTo>
                  <a:pt x="8640001" y="377666"/>
                </a:lnTo>
                <a:lnTo>
                  <a:pt x="8640001" y="539667"/>
                </a:lnTo>
                <a:lnTo>
                  <a:pt x="0" y="965688"/>
                </a:lnTo>
                <a:lnTo>
                  <a:pt x="0" y="803687"/>
                </a:lnTo>
                <a:lnTo>
                  <a:pt x="0" y="639095"/>
                </a:lnTo>
                <a:lnTo>
                  <a:pt x="0" y="639095"/>
                </a:lnTo>
                <a:close/>
              </a:path>
            </a:pathLst>
          </a:custGeom>
          <a:solidFill>
            <a:schemeClr val="accent5"/>
          </a:solidFill>
          <a:ln w="1270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288001"/>
            <a:ext cx="8136000" cy="503999"/>
          </a:xfrm>
        </p:spPr>
        <p:txBody>
          <a:bodyPr/>
          <a:lstStyle>
            <a:lvl1pPr>
              <a:lnSpc>
                <a:spcPct val="950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985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psomm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raphic 5">
            <a:extLst>
              <a:ext uri="{FF2B5EF4-FFF2-40B4-BE49-F238E27FC236}">
                <a16:creationId xmlns:a16="http://schemas.microsoft.com/office/drawing/2014/main" id="{7A2EA2D0-CC49-21E2-73DF-1D7BBEF40855}"/>
              </a:ext>
            </a:extLst>
          </p:cNvPr>
          <p:cNvSpPr/>
          <p:nvPr userDrawn="1"/>
        </p:nvSpPr>
        <p:spPr>
          <a:xfrm>
            <a:off x="252000" y="0"/>
            <a:ext cx="8640000" cy="1492719"/>
          </a:xfrm>
          <a:custGeom>
            <a:avLst/>
            <a:gdLst>
              <a:gd name="connsiteX0" fmla="*/ 0 w 8643938"/>
              <a:gd name="connsiteY0" fmla="*/ 0 h 1492719"/>
              <a:gd name="connsiteX1" fmla="*/ 0 w 8643938"/>
              <a:gd name="connsiteY1" fmla="*/ 1492719 h 1492719"/>
              <a:gd name="connsiteX2" fmla="*/ 8643939 w 8643938"/>
              <a:gd name="connsiteY2" fmla="*/ 1066192 h 1492719"/>
              <a:gd name="connsiteX3" fmla="*/ 8643939 w 8643938"/>
              <a:gd name="connsiteY3" fmla="*/ 0 h 1492719"/>
              <a:gd name="connsiteX4" fmla="*/ 0 w 8643938"/>
              <a:gd name="connsiteY4" fmla="*/ 0 h 1492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1492719">
                <a:moveTo>
                  <a:pt x="0" y="0"/>
                </a:moveTo>
                <a:lnTo>
                  <a:pt x="0" y="1492719"/>
                </a:lnTo>
                <a:lnTo>
                  <a:pt x="8643939" y="1066192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288000"/>
            <a:ext cx="8136000" cy="972000"/>
          </a:xfrm>
        </p:spPr>
        <p:txBody>
          <a:bodyPr/>
          <a:lstStyle>
            <a:lvl1pPr>
              <a:lnSpc>
                <a:spcPct val="950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000" y="1566000"/>
            <a:ext cx="8136000" cy="286199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44294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btitel en opsomm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7" name="Graphic 7">
            <a:extLst>
              <a:ext uri="{FF2B5EF4-FFF2-40B4-BE49-F238E27FC236}">
                <a16:creationId xmlns:a16="http://schemas.microsoft.com/office/drawing/2014/main" id="{A41951C4-522F-E31F-8C62-86A4063CF9B5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66674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ee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4000" y="1116000"/>
            <a:ext cx="3960000" cy="331199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0000" y="1116000"/>
            <a:ext cx="3960000" cy="331199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8" name="Graphic 7">
            <a:extLst>
              <a:ext uri="{FF2B5EF4-FFF2-40B4-BE49-F238E27FC236}">
                <a16:creationId xmlns:a16="http://schemas.microsoft.com/office/drawing/2014/main" id="{F35EEAD3-13C9-FAE6-8CBE-58888863472C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96857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827999"/>
            <a:ext cx="8136000" cy="2376000"/>
          </a:xfrm>
        </p:spPr>
        <p:txBody>
          <a:bodyPr anchor="t" anchorCtr="0"/>
          <a:lstStyle>
            <a:lvl1pPr>
              <a:lnSpc>
                <a:spcPct val="95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4000" y="5400000"/>
            <a:ext cx="14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03724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opsomming en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raphic 5">
            <a:extLst>
              <a:ext uri="{FF2B5EF4-FFF2-40B4-BE49-F238E27FC236}">
                <a16:creationId xmlns:a16="http://schemas.microsoft.com/office/drawing/2014/main" id="{7A2EA2D0-CC49-21E2-73DF-1D7BBEF40855}"/>
              </a:ext>
            </a:extLst>
          </p:cNvPr>
          <p:cNvSpPr/>
          <p:nvPr userDrawn="1"/>
        </p:nvSpPr>
        <p:spPr>
          <a:xfrm>
            <a:off x="252000" y="0"/>
            <a:ext cx="8640000" cy="1492719"/>
          </a:xfrm>
          <a:custGeom>
            <a:avLst/>
            <a:gdLst>
              <a:gd name="connsiteX0" fmla="*/ 0 w 8643938"/>
              <a:gd name="connsiteY0" fmla="*/ 0 h 1492719"/>
              <a:gd name="connsiteX1" fmla="*/ 0 w 8643938"/>
              <a:gd name="connsiteY1" fmla="*/ 1492719 h 1492719"/>
              <a:gd name="connsiteX2" fmla="*/ 8643939 w 8643938"/>
              <a:gd name="connsiteY2" fmla="*/ 1066192 h 1492719"/>
              <a:gd name="connsiteX3" fmla="*/ 8643939 w 8643938"/>
              <a:gd name="connsiteY3" fmla="*/ 0 h 1492719"/>
              <a:gd name="connsiteX4" fmla="*/ 0 w 8643938"/>
              <a:gd name="connsiteY4" fmla="*/ 0 h 1492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1492719">
                <a:moveTo>
                  <a:pt x="0" y="0"/>
                </a:moveTo>
                <a:lnTo>
                  <a:pt x="0" y="1492719"/>
                </a:lnTo>
                <a:lnTo>
                  <a:pt x="8643939" y="1066192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288000"/>
            <a:ext cx="8136000" cy="972000"/>
          </a:xfrm>
        </p:spPr>
        <p:txBody>
          <a:bodyPr/>
          <a:lstStyle>
            <a:lvl1pPr>
              <a:lnSpc>
                <a:spcPct val="950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088F4E59-3F81-B5AA-A2CE-B79B50834D5D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5076000" y="1072800"/>
            <a:ext cx="3816000" cy="3425475"/>
          </a:xfrm>
          <a:custGeom>
            <a:avLst/>
            <a:gdLst>
              <a:gd name="connsiteX0" fmla="*/ 3816000 w 3816000"/>
              <a:gd name="connsiteY0" fmla="*/ 0 h 3425475"/>
              <a:gd name="connsiteX1" fmla="*/ 3816000 w 3816000"/>
              <a:gd name="connsiteY1" fmla="*/ 3211359 h 3425475"/>
              <a:gd name="connsiteX2" fmla="*/ 0 w 3816000"/>
              <a:gd name="connsiteY2" fmla="*/ 3425475 h 3425475"/>
              <a:gd name="connsiteX3" fmla="*/ 0 w 3816000"/>
              <a:gd name="connsiteY3" fmla="*/ 188874 h 3425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6000" h="3425475">
                <a:moveTo>
                  <a:pt x="3816000" y="0"/>
                </a:moveTo>
                <a:lnTo>
                  <a:pt x="3816000" y="3211359"/>
                </a:lnTo>
                <a:lnTo>
                  <a:pt x="0" y="3425475"/>
                </a:lnTo>
                <a:lnTo>
                  <a:pt x="0" y="18887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360000" tIns="360000" rIns="360000" anchor="t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2E4CB5E-B06C-20C0-6D16-5A37D5CA4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000" y="1566000"/>
            <a:ext cx="4212000" cy="286199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339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6" name="Graphic 7">
            <a:extLst>
              <a:ext uri="{FF2B5EF4-FFF2-40B4-BE49-F238E27FC236}">
                <a16:creationId xmlns:a16="http://schemas.microsoft.com/office/drawing/2014/main" id="{4354BF58-B7B6-FEC4-E73F-45B8950C24E4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74641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 Blau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10" name="Graphic 7">
            <a:extLst>
              <a:ext uri="{FF2B5EF4-FFF2-40B4-BE49-F238E27FC236}">
                <a16:creationId xmlns:a16="http://schemas.microsoft.com/office/drawing/2014/main" id="{3A794D28-1AAB-1B71-5F1C-BE2C08DA7249}"/>
              </a:ext>
            </a:extLst>
          </p:cNvPr>
          <p:cNvSpPr/>
          <p:nvPr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920407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ay-off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04000" y="5400000"/>
            <a:ext cx="14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Periode 8 - week 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470420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afbeelding 6">
            <a:extLst>
              <a:ext uri="{FF2B5EF4-FFF2-40B4-BE49-F238E27FC236}">
                <a16:creationId xmlns:a16="http://schemas.microsoft.com/office/drawing/2014/main" id="{06C89040-D6EF-292B-092B-272CFD306C6C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0" y="0"/>
            <a:ext cx="9144000" cy="5143500"/>
          </a:xfrm>
          <a:custGeom>
            <a:avLst/>
            <a:gdLst>
              <a:gd name="connsiteX0" fmla="*/ 0 w 9144000"/>
              <a:gd name="connsiteY0" fmla="*/ 0 h 5143500"/>
              <a:gd name="connsiteX1" fmla="*/ 252000 w 9144000"/>
              <a:gd name="connsiteY1" fmla="*/ 0 h 5143500"/>
              <a:gd name="connsiteX2" fmla="*/ 252000 w 9144000"/>
              <a:gd name="connsiteY2" fmla="*/ 639095 h 5143500"/>
              <a:gd name="connsiteX3" fmla="*/ 8892001 w 9144000"/>
              <a:gd name="connsiteY3" fmla="*/ 213074 h 5143500"/>
              <a:gd name="connsiteX4" fmla="*/ 8892001 w 9144000"/>
              <a:gd name="connsiteY4" fmla="*/ 0 h 5143500"/>
              <a:gd name="connsiteX5" fmla="*/ 9144000 w 9144000"/>
              <a:gd name="connsiteY5" fmla="*/ 0 h 5143500"/>
              <a:gd name="connsiteX6" fmla="*/ 9144000 w 9144000"/>
              <a:gd name="connsiteY6" fmla="*/ 5143500 h 5143500"/>
              <a:gd name="connsiteX7" fmla="*/ 0 w 9144000"/>
              <a:gd name="connsiteY7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0" h="5143500">
                <a:moveTo>
                  <a:pt x="0" y="0"/>
                </a:moveTo>
                <a:lnTo>
                  <a:pt x="252000" y="0"/>
                </a:lnTo>
                <a:lnTo>
                  <a:pt x="252000" y="639095"/>
                </a:lnTo>
                <a:lnTo>
                  <a:pt x="8892001" y="213074"/>
                </a:lnTo>
                <a:lnTo>
                  <a:pt x="8892001" y="0"/>
                </a:ln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1800000" tIns="792000" rIns="1800000" anchor="t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nl-NL" dirty="0"/>
              <a:t>Sleep de afbeelding naar de tijdelijke aanduiding of klik op het pictogram als u een afbeelding wilt toevoegen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04000" y="5400000"/>
            <a:ext cx="14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Periode 8 - week 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8" name="Graphic 7">
            <a:extLst>
              <a:ext uri="{FF2B5EF4-FFF2-40B4-BE49-F238E27FC236}">
                <a16:creationId xmlns:a16="http://schemas.microsoft.com/office/drawing/2014/main" id="{865E1526-B306-D783-A0B7-B4BF5765F84A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623517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7" name="Tijdelijke aanduiding voor tabel 6">
            <a:extLst>
              <a:ext uri="{FF2B5EF4-FFF2-40B4-BE49-F238E27FC236}">
                <a16:creationId xmlns:a16="http://schemas.microsoft.com/office/drawing/2014/main" id="{EC9BF42F-FC57-6078-AED2-A68C2FA358AC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503238" y="1188000"/>
            <a:ext cx="8137525" cy="3240000"/>
          </a:xfrm>
        </p:spPr>
        <p:txBody>
          <a:bodyPr tIns="360000"/>
          <a:lstStyle>
            <a:lvl1pPr marL="0" marR="0" indent="0" algn="ctr" defTabSz="6858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Pct val="120000"/>
              <a:buFontTx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Pct val="120000"/>
              <a:buFontTx/>
              <a:buNone/>
              <a:tabLst/>
              <a:defRPr/>
            </a:pPr>
            <a:r>
              <a:rPr lang="nl-NL" dirty="0"/>
              <a:t>Klik om een tabel in te voegen</a:t>
            </a:r>
          </a:p>
        </p:txBody>
      </p:sp>
      <p:sp>
        <p:nvSpPr>
          <p:cNvPr id="8" name="Graphic 7">
            <a:extLst>
              <a:ext uri="{FF2B5EF4-FFF2-40B4-BE49-F238E27FC236}">
                <a16:creationId xmlns:a16="http://schemas.microsoft.com/office/drawing/2014/main" id="{0D1CD68B-5995-41BA-E569-4402CDE090DF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020353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8" name="Tijdelijke aanduiding voor grafiek 7">
            <a:extLst>
              <a:ext uri="{FF2B5EF4-FFF2-40B4-BE49-F238E27FC236}">
                <a16:creationId xmlns:a16="http://schemas.microsoft.com/office/drawing/2014/main" id="{530FDF0A-1ECF-255C-4BDF-DF6D690AC504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503238" y="1187999"/>
            <a:ext cx="8137525" cy="3240000"/>
          </a:xfrm>
        </p:spPr>
        <p:txBody>
          <a:bodyPr tIns="360000"/>
          <a:lstStyle>
            <a:lvl1pPr marL="0" indent="0" algn="ctr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nl-NL" dirty="0"/>
              <a:t>Klik om een grafiek in te voegen</a:t>
            </a:r>
          </a:p>
        </p:txBody>
      </p:sp>
      <p:sp>
        <p:nvSpPr>
          <p:cNvPr id="9" name="Graphic 7">
            <a:extLst>
              <a:ext uri="{FF2B5EF4-FFF2-40B4-BE49-F238E27FC236}">
                <a16:creationId xmlns:a16="http://schemas.microsoft.com/office/drawing/2014/main" id="{9ED80E61-3924-3101-F458-EC211FA35BF2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550273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e grafie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8" name="Tijdelijke aanduiding voor grafiek 7">
            <a:extLst>
              <a:ext uri="{FF2B5EF4-FFF2-40B4-BE49-F238E27FC236}">
                <a16:creationId xmlns:a16="http://schemas.microsoft.com/office/drawing/2014/main" id="{530FDF0A-1ECF-255C-4BDF-DF6D690AC504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503239" y="1187999"/>
            <a:ext cx="3960000" cy="3240000"/>
          </a:xfrm>
        </p:spPr>
        <p:txBody>
          <a:bodyPr tIns="360000"/>
          <a:lstStyle>
            <a:lvl1pPr marL="0" indent="0" algn="ctr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nl-NL" dirty="0"/>
              <a:t>Klik om een grafiek in te voegen</a:t>
            </a:r>
          </a:p>
        </p:txBody>
      </p:sp>
      <p:sp>
        <p:nvSpPr>
          <p:cNvPr id="9" name="Graphic 7">
            <a:extLst>
              <a:ext uri="{FF2B5EF4-FFF2-40B4-BE49-F238E27FC236}">
                <a16:creationId xmlns:a16="http://schemas.microsoft.com/office/drawing/2014/main" id="{9ED80E61-3924-3101-F458-EC211FA35BF2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6" name="Tijdelijke aanduiding voor grafiek 7">
            <a:extLst>
              <a:ext uri="{FF2B5EF4-FFF2-40B4-BE49-F238E27FC236}">
                <a16:creationId xmlns:a16="http://schemas.microsoft.com/office/drawing/2014/main" id="{15315869-D629-B502-88C5-62E40E639FD8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4680763" y="1187999"/>
            <a:ext cx="3960000" cy="3240000"/>
          </a:xfrm>
        </p:spPr>
        <p:txBody>
          <a:bodyPr tIns="360000"/>
          <a:lstStyle>
            <a:lvl1pPr marL="0" indent="0" algn="ctr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nl-NL" dirty="0"/>
              <a:t>Klik om een grafiek in te voegen</a:t>
            </a:r>
          </a:p>
        </p:txBody>
      </p:sp>
    </p:spTree>
    <p:extLst>
      <p:ext uri="{BB962C8B-B14F-4D97-AF65-F5344CB8AC3E}">
        <p14:creationId xmlns:p14="http://schemas.microsoft.com/office/powerpoint/2010/main" val="38808738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 G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6" name="Graphic 7">
            <a:extLst>
              <a:ext uri="{FF2B5EF4-FFF2-40B4-BE49-F238E27FC236}">
                <a16:creationId xmlns:a16="http://schemas.microsoft.com/office/drawing/2014/main" id="{4354BF58-B7B6-FEC4-E73F-45B8950C24E4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18714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 G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10" name="Graphic 7">
            <a:extLst>
              <a:ext uri="{FF2B5EF4-FFF2-40B4-BE49-F238E27FC236}">
                <a16:creationId xmlns:a16="http://schemas.microsoft.com/office/drawing/2014/main" id="{3A794D28-1AAB-1B71-5F1C-BE2C08DA7249}"/>
              </a:ext>
            </a:extLst>
          </p:cNvPr>
          <p:cNvSpPr/>
          <p:nvPr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16081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 dirty="0"/>
              <a:t>Titelstijl van model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000" y="1116000"/>
            <a:ext cx="8136000" cy="3311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4000" y="4590000"/>
            <a:ext cx="14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nl-NL"/>
              <a:t>Periode 8 - week 2</a:t>
            </a:r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58000" y="4590000"/>
            <a:ext cx="5040000" cy="180000"/>
          </a:xfrm>
          <a:prstGeom prst="rect">
            <a:avLst/>
          </a:prstGeom>
        </p:spPr>
        <p:txBody>
          <a:bodyPr vert="horz" lIns="0" tIns="0" rIns="108000" bIns="0" rtlCol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24000" y="4590000"/>
            <a:ext cx="216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C9AD4CB2-32A0-6059-F189-10CE930633AD}"/>
              </a:ext>
            </a:extLst>
          </p:cNvPr>
          <p:cNvSpPr txBox="1"/>
          <p:nvPr userDrawn="1"/>
        </p:nvSpPr>
        <p:spPr>
          <a:xfrm>
            <a:off x="7380000" y="4590000"/>
            <a:ext cx="1044000" cy="180000"/>
          </a:xfrm>
          <a:prstGeom prst="rect">
            <a:avLst/>
          </a:prstGeom>
          <a:noFill/>
        </p:spPr>
        <p:txBody>
          <a:bodyPr wrap="square" lIns="108000" tIns="0" rIns="108000" rtlCol="0">
            <a:noAutofit/>
          </a:bodyPr>
          <a:lstStyle/>
          <a:p>
            <a:pPr algn="r"/>
            <a:r>
              <a:rPr lang="nl-NL" sz="900" dirty="0"/>
              <a:t>ROC Mondriaan</a:t>
            </a:r>
          </a:p>
        </p:txBody>
      </p:sp>
      <p:cxnSp>
        <p:nvCxnSpPr>
          <p:cNvPr id="9" name="Rechte verbindingslijn 8">
            <a:extLst>
              <a:ext uri="{FF2B5EF4-FFF2-40B4-BE49-F238E27FC236}">
                <a16:creationId xmlns:a16="http://schemas.microsoft.com/office/drawing/2014/main" id="{6A72ED6B-CC0B-63FF-D72C-110A67F97B94}"/>
              </a:ext>
            </a:extLst>
          </p:cNvPr>
          <p:cNvCxnSpPr/>
          <p:nvPr userDrawn="1"/>
        </p:nvCxnSpPr>
        <p:spPr>
          <a:xfrm>
            <a:off x="7398000" y="4600666"/>
            <a:ext cx="0" cy="12838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9">
            <a:extLst>
              <a:ext uri="{FF2B5EF4-FFF2-40B4-BE49-F238E27FC236}">
                <a16:creationId xmlns:a16="http://schemas.microsoft.com/office/drawing/2014/main" id="{9659AA81-B583-69B4-B379-DE5C0B2AB101}"/>
              </a:ext>
            </a:extLst>
          </p:cNvPr>
          <p:cNvCxnSpPr/>
          <p:nvPr userDrawn="1"/>
        </p:nvCxnSpPr>
        <p:spPr>
          <a:xfrm>
            <a:off x="8424000" y="4600666"/>
            <a:ext cx="0" cy="12838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2555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97" r:id="rId2"/>
    <p:sldLayoutId id="2147483673" r:id="rId3"/>
    <p:sldLayoutId id="2147483693" r:id="rId4"/>
    <p:sldLayoutId id="2147483694" r:id="rId5"/>
    <p:sldLayoutId id="2147483686" r:id="rId6"/>
    <p:sldLayoutId id="2147483676" r:id="rId7"/>
    <p:sldLayoutId id="2147483675" r:id="rId8"/>
    <p:sldLayoutId id="2147483689" r:id="rId9"/>
    <p:sldLayoutId id="2147483678" r:id="rId10"/>
    <p:sldLayoutId id="2147483683" r:id="rId11"/>
    <p:sldLayoutId id="2147483687" r:id="rId12"/>
    <p:sldLayoutId id="2147483679" r:id="rId13"/>
    <p:sldLayoutId id="2147483690" r:id="rId14"/>
    <p:sldLayoutId id="2147483691" r:id="rId15"/>
    <p:sldLayoutId id="2147483695" r:id="rId16"/>
    <p:sldLayoutId id="2147483696" r:id="rId17"/>
    <p:sldLayoutId id="2147483692" r:id="rId18"/>
  </p:sldLayoutIdLst>
  <p:hf hdr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18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685800" rtl="0" eaLnBrk="1" latinLnBrk="0" hangingPunct="1">
        <a:lnSpc>
          <a:spcPts val="1800"/>
        </a:lnSpc>
        <a:spcBef>
          <a:spcPts val="0"/>
        </a:spcBef>
        <a:buSzPct val="120000"/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180000" algn="l" defTabSz="685800" rtl="0" eaLnBrk="1" latinLnBrk="0" hangingPunct="1">
        <a:lnSpc>
          <a:spcPts val="1800"/>
        </a:lnSpc>
        <a:spcBef>
          <a:spcPts val="0"/>
        </a:spcBef>
        <a:buSzPct val="120000"/>
        <a:buFont typeface="Systeemlettertype regulier"/>
        <a:buChar char="-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685800" rtl="0" eaLnBrk="1" latinLnBrk="0" hangingPunct="1">
        <a:lnSpc>
          <a:spcPts val="1800"/>
        </a:lnSpc>
        <a:spcBef>
          <a:spcPts val="0"/>
        </a:spcBef>
        <a:buFontTx/>
        <a:buNone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685800" rtl="0" eaLnBrk="1" latinLnBrk="0" hangingPunct="1">
        <a:lnSpc>
          <a:spcPts val="1800"/>
        </a:lnSpc>
        <a:spcBef>
          <a:spcPts val="0"/>
        </a:spcBef>
        <a:buFontTx/>
        <a:buNone/>
        <a:defRPr sz="1300" b="1" kern="1200">
          <a:solidFill>
            <a:schemeClr val="tx2"/>
          </a:solidFill>
          <a:latin typeface="+mn-lt"/>
          <a:ea typeface="+mn-ea"/>
          <a:cs typeface="+mn-cs"/>
        </a:defRPr>
      </a:lvl4pPr>
      <a:lvl5pPr marL="540000" indent="-180000" algn="l" defTabSz="685800" rtl="0" eaLnBrk="1" latinLnBrk="0" hangingPunct="1">
        <a:lnSpc>
          <a:spcPts val="1800"/>
        </a:lnSpc>
        <a:spcBef>
          <a:spcPts val="0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mp"/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mp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1C2B8E-C7F7-3690-4245-778F1DA4FC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 err="1"/>
              <a:t>Symfony</a:t>
            </a:r>
            <a:r>
              <a:rPr lang="nl-NL" dirty="0"/>
              <a:t> werken met rollen deel 2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F1576D1-BC63-FD14-C360-8042F69D72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Rol, drol, vol, pol, dol, mol, ko(o)l – dat rijmt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0DE25D2-D83E-75CE-21B5-BDDA0CF02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Periode 8 - week 1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0664B48-0C0E-CA84-A481-1091BB4CE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321A425-C296-E702-68CE-C72F33647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pPr/>
              <a:t>1</a:t>
            </a:fld>
            <a:endParaRPr lang="nl-NL"/>
          </a:p>
        </p:txBody>
      </p:sp>
      <p:pic>
        <p:nvPicPr>
          <p:cNvPr id="11" name="Tijdelijke aanduiding voor afbeelding 10" descr="Afbeelding met Menselijk gezicht, zwart-wit, buitenshuis, kleding&#10;&#10;Automatisch gegenereerde beschrijving">
            <a:extLst>
              <a:ext uri="{FF2B5EF4-FFF2-40B4-BE49-F238E27FC236}">
                <a16:creationId xmlns:a16="http://schemas.microsoft.com/office/drawing/2014/main" id="{962E45A4-D060-9116-BA64-6EA81224D80A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2"/>
          <a:srcRect t="29502" b="2950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054382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>
            <a:extLst>
              <a:ext uri="{FF2B5EF4-FFF2-40B4-BE49-F238E27FC236}">
                <a16:creationId xmlns:a16="http://schemas.microsoft.com/office/drawing/2014/main" id="{399FF532-816D-0D66-0718-6E9BF4081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Terugblik wat ken je al?</a:t>
            </a:r>
          </a:p>
          <a:p>
            <a:r>
              <a:rPr lang="nl-NL" dirty="0"/>
              <a:t>Afspraken applicaties</a:t>
            </a:r>
          </a:p>
          <a:p>
            <a:r>
              <a:rPr lang="nl-NL" dirty="0"/>
              <a:t>Ziekenhuis afspraken applicatie</a:t>
            </a:r>
          </a:p>
          <a:p>
            <a:r>
              <a:rPr lang="nl-NL" dirty="0"/>
              <a:t>Rollen in de applicatie</a:t>
            </a:r>
            <a:endParaRPr lang="nl-NL" dirty="0">
              <a:solidFill>
                <a:schemeClr val="accent1"/>
              </a:solidFill>
            </a:endParaRPr>
          </a:p>
          <a:p>
            <a:r>
              <a:rPr lang="nl-NL" dirty="0"/>
              <a:t>De database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3638CE8-99A0-8B3D-4E68-AE4881F61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Periode 7 - week 3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17318641-65A5-3C28-7405-791152368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2</a:t>
            </a:fld>
            <a:endParaRPr lang="nl-NL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755E385-22C5-A1EA-5102-C3A97419C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Inhoud</a:t>
            </a:r>
          </a:p>
        </p:txBody>
      </p:sp>
    </p:spTree>
    <p:extLst>
      <p:ext uri="{BB962C8B-B14F-4D97-AF65-F5344CB8AC3E}">
        <p14:creationId xmlns:p14="http://schemas.microsoft.com/office/powerpoint/2010/main" val="266482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5823C7-553E-DC3D-CF01-D0D2060A2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Wat ken je al?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87D7925-38FB-F4E5-D9C1-90D62DD88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Vervolg op de kennis van de vorige week en</a:t>
            </a:r>
          </a:p>
          <a:p>
            <a:r>
              <a:rPr lang="nl-NL" dirty="0"/>
              <a:t>Je hebt geoefend met het maken van een user via </a:t>
            </a:r>
            <a:r>
              <a:rPr lang="nl-NL" dirty="0" err="1"/>
              <a:t>make:user</a:t>
            </a:r>
            <a:r>
              <a:rPr lang="nl-NL" dirty="0"/>
              <a:t>, je benoemt de redenen waarom we deze methode gebruiken</a:t>
            </a:r>
          </a:p>
          <a:p>
            <a:r>
              <a:rPr lang="nl-NL" dirty="0"/>
              <a:t>Je hebt geoefend met het maken van een registratie formulier, je herkent de vragen en kan deze beantwoorden</a:t>
            </a:r>
          </a:p>
          <a:p>
            <a:r>
              <a:rPr lang="nl-NL" dirty="0"/>
              <a:t>Je hebt geoefend met het maken van een login formulier, je weet de juiste stappen te doorlopen</a:t>
            </a:r>
          </a:p>
          <a:p>
            <a:r>
              <a:rPr lang="nl-NL" dirty="0"/>
              <a:t>Je kent het veld </a:t>
            </a:r>
            <a:r>
              <a:rPr lang="nl-NL" b="1" dirty="0" err="1">
                <a:solidFill>
                  <a:schemeClr val="accent5"/>
                </a:solidFill>
              </a:rPr>
              <a:t>roles</a:t>
            </a:r>
            <a:r>
              <a:rPr lang="nl-NL" dirty="0"/>
              <a:t> in de tabel user en past deze waar nodig aan zodat een gebruiker een andere of meerdere rollen kan hebben</a:t>
            </a:r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r>
              <a:rPr lang="nl-NL" i="1" dirty="0">
                <a:solidFill>
                  <a:schemeClr val="accent1"/>
                </a:solidFill>
              </a:rPr>
              <a:t>Als je ergens informatie mist, check https://mbo-sd.nl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EF04A83-12DB-C0D3-8916-94F948269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3</a:t>
            </a:fld>
            <a:endParaRPr lang="nl-NL"/>
          </a:p>
        </p:txBody>
      </p:sp>
      <p:sp>
        <p:nvSpPr>
          <p:cNvPr id="7" name="Tijdelijke aanduiding voor datum 2">
            <a:extLst>
              <a:ext uri="{FF2B5EF4-FFF2-40B4-BE49-F238E27FC236}">
                <a16:creationId xmlns:a16="http://schemas.microsoft.com/office/drawing/2014/main" id="{39D342CE-8CED-E593-0494-035CE8DF47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/>
          <a:lstStyle/>
          <a:p>
            <a:r>
              <a:rPr lang="nl-NL" dirty="0"/>
              <a:t>Periode 7 - week 3</a:t>
            </a:r>
          </a:p>
        </p:txBody>
      </p:sp>
    </p:spTree>
    <p:extLst>
      <p:ext uri="{BB962C8B-B14F-4D97-AF65-F5344CB8AC3E}">
        <p14:creationId xmlns:p14="http://schemas.microsoft.com/office/powerpoint/2010/main" val="4130192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93A64-E9AD-2E5B-246F-99267B628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F967CF-2E95-1BDF-4890-71F652878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Wat gaan we maken?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7C24A11-A662-F56F-1892-D086B8EE4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Veel applicaties hebben te maken met afspraken maken en beheren.</a:t>
            </a:r>
          </a:p>
          <a:p>
            <a:pPr marL="0" indent="0">
              <a:buNone/>
            </a:pPr>
            <a:r>
              <a:rPr lang="nl-NL" dirty="0"/>
              <a:t>	Bijvoorbeeld:</a:t>
            </a:r>
          </a:p>
          <a:p>
            <a:pPr lvl="1"/>
            <a:r>
              <a:rPr lang="nl-NL" dirty="0"/>
              <a:t>Een applicatie voor de kapper, de klant maakt een afspraak met de kapper</a:t>
            </a:r>
          </a:p>
          <a:p>
            <a:pPr lvl="1"/>
            <a:r>
              <a:rPr lang="nl-NL" dirty="0"/>
              <a:t>Een applicatie voor een autorijschool, de leerling maakt een afspraak met de instructeur</a:t>
            </a:r>
          </a:p>
          <a:p>
            <a:pPr lvl="1"/>
            <a:r>
              <a:rPr lang="nl-NL" dirty="0"/>
              <a:t>Een applicatie voor een reisbureau, de klant maak een afspraak met een medewerker</a:t>
            </a:r>
          </a:p>
          <a:p>
            <a:pPr lvl="1"/>
            <a:r>
              <a:rPr lang="nl-NL" dirty="0"/>
              <a:t>Een applicatie voor een ziekenhuis, de specialist maakt een afspraak met de patiënt</a:t>
            </a:r>
          </a:p>
          <a:p>
            <a:endParaRPr lang="nl-NL" dirty="0"/>
          </a:p>
          <a:p>
            <a:r>
              <a:rPr lang="nl-NL" dirty="0"/>
              <a:t>Wij gaan de applicatie voor het ziekenhuis maken.</a:t>
            </a:r>
          </a:p>
          <a:p>
            <a:endParaRPr lang="nl-NL" dirty="0"/>
          </a:p>
          <a:p>
            <a:pPr marL="0" indent="0">
              <a:buNone/>
            </a:pPr>
            <a:r>
              <a:rPr lang="nl-NL" sz="1600" dirty="0"/>
              <a:t>“voor een afspraken applicatie van een ziekenhuis ‘de snelle ingreep’</a:t>
            </a:r>
          </a:p>
          <a:p>
            <a:pPr marL="0" indent="0">
              <a:buNone/>
            </a:pPr>
            <a:r>
              <a:rPr lang="nl-NL" sz="1600" dirty="0"/>
              <a:t>kunnen specialisten afspraken maken met patiënten.”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6642374-283A-6A0A-2688-15EE1B3AE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4</a:t>
            </a:fld>
            <a:endParaRPr lang="nl-NL"/>
          </a:p>
        </p:txBody>
      </p:sp>
      <p:sp>
        <p:nvSpPr>
          <p:cNvPr id="7" name="Tijdelijke aanduiding voor datum 2">
            <a:extLst>
              <a:ext uri="{FF2B5EF4-FFF2-40B4-BE49-F238E27FC236}">
                <a16:creationId xmlns:a16="http://schemas.microsoft.com/office/drawing/2014/main" id="{A7A564A1-D44C-6C77-171D-BE267786F0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/>
          <a:lstStyle/>
          <a:p>
            <a:r>
              <a:rPr lang="nl-NL" dirty="0"/>
              <a:t>Periode 7 - week 3</a:t>
            </a:r>
          </a:p>
        </p:txBody>
      </p:sp>
    </p:spTree>
    <p:extLst>
      <p:ext uri="{BB962C8B-B14F-4D97-AF65-F5344CB8AC3E}">
        <p14:creationId xmlns:p14="http://schemas.microsoft.com/office/powerpoint/2010/main" val="138838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E9B91B-F14E-2043-BD76-96190A054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</p:spPr>
        <p:txBody>
          <a:bodyPr anchor="t">
            <a:normAutofit/>
          </a:bodyPr>
          <a:lstStyle/>
          <a:p>
            <a:r>
              <a:rPr lang="nl-NL" dirty="0"/>
              <a:t>Werken met rollen in de applicatie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2750A62-855E-0E93-83E2-641A5D2106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4000" y="1245309"/>
            <a:ext cx="6700364" cy="50036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Vaak </a:t>
            </a:r>
            <a:r>
              <a:rPr lang="en-US" dirty="0" err="1"/>
              <a:t>kent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applicatie</a:t>
            </a:r>
            <a:r>
              <a:rPr lang="en-US" dirty="0"/>
              <a:t> </a:t>
            </a:r>
            <a:r>
              <a:rPr lang="en-US" dirty="0" err="1"/>
              <a:t>meerdere</a:t>
            </a:r>
            <a:r>
              <a:rPr lang="en-US" dirty="0"/>
              <a:t> </a:t>
            </a:r>
            <a:r>
              <a:rPr lang="en-US" dirty="0" err="1"/>
              <a:t>soorten</a:t>
            </a:r>
            <a:r>
              <a:rPr lang="en-US" dirty="0"/>
              <a:t> </a:t>
            </a:r>
            <a:r>
              <a:rPr lang="en-US" dirty="0" err="1"/>
              <a:t>gebruikers</a:t>
            </a:r>
            <a:r>
              <a:rPr lang="en-US" dirty="0"/>
              <a:t>, de </a:t>
            </a:r>
            <a:r>
              <a:rPr lang="en-US" dirty="0" err="1"/>
              <a:t>volgende</a:t>
            </a:r>
            <a:r>
              <a:rPr lang="en-US" dirty="0"/>
              <a:t> </a:t>
            </a:r>
            <a:r>
              <a:rPr lang="en-US" dirty="0" err="1"/>
              <a:t>rollen</a:t>
            </a:r>
            <a:r>
              <a:rPr lang="en-US" dirty="0"/>
              <a:t> </a:t>
            </a:r>
            <a:r>
              <a:rPr lang="en-US" dirty="0" err="1"/>
              <a:t>zijn</a:t>
            </a:r>
            <a:r>
              <a:rPr lang="en-US" dirty="0"/>
              <a:t> </a:t>
            </a:r>
            <a:r>
              <a:rPr lang="en-US" dirty="0" err="1"/>
              <a:t>nodig</a:t>
            </a:r>
            <a:r>
              <a:rPr lang="en-US" dirty="0"/>
              <a:t> in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ziekenhuis</a:t>
            </a:r>
            <a:r>
              <a:rPr lang="en-US" dirty="0"/>
              <a:t> </a:t>
            </a:r>
            <a:r>
              <a:rPr lang="en-US" dirty="0" err="1"/>
              <a:t>applicatie</a:t>
            </a:r>
            <a:endParaRPr lang="en-US" b="1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9D79C34-DE15-C547-9D5D-ACB58DB93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5</a:t>
            </a:fld>
            <a:endParaRPr lang="nl-NL"/>
          </a:p>
        </p:txBody>
      </p:sp>
      <p:pic>
        <p:nvPicPr>
          <p:cNvPr id="9" name="Afbeelding 8" descr="Afbeelding met computer, tekenfilm, computer, Menselijk gezicht&#10;&#10;Door AI gegenereerde inhoud is mogelijk onjuist.">
            <a:extLst>
              <a:ext uri="{FF2B5EF4-FFF2-40B4-BE49-F238E27FC236}">
                <a16:creationId xmlns:a16="http://schemas.microsoft.com/office/drawing/2014/main" id="{C91BACDA-BC84-13F0-C0EE-9840B558A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317" y="2077875"/>
            <a:ext cx="5845047" cy="1745131"/>
          </a:xfrm>
          <a:prstGeom prst="rect">
            <a:avLst/>
          </a:prstGeom>
        </p:spPr>
      </p:pic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AB99F87F-1A0B-559A-B03D-50BB15F05C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/>
          <a:lstStyle/>
          <a:p>
            <a:r>
              <a:rPr lang="nl-NL" dirty="0"/>
              <a:t>Periode 7 - week 3</a:t>
            </a:r>
          </a:p>
        </p:txBody>
      </p:sp>
    </p:spTree>
    <p:extLst>
      <p:ext uri="{BB962C8B-B14F-4D97-AF65-F5344CB8AC3E}">
        <p14:creationId xmlns:p14="http://schemas.microsoft.com/office/powerpoint/2010/main" val="2125893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B52F9B5-C6C4-1D68-8015-E6ED7A37B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288000"/>
            <a:ext cx="8136000" cy="972000"/>
          </a:xfrm>
        </p:spPr>
        <p:txBody>
          <a:bodyPr anchor="t">
            <a:normAutofit/>
          </a:bodyPr>
          <a:lstStyle/>
          <a:p>
            <a:r>
              <a:rPr lang="en-US" dirty="0"/>
              <a:t>Rollen in de </a:t>
            </a:r>
            <a:r>
              <a:rPr lang="en-US" dirty="0" err="1"/>
              <a:t>applicatie</a:t>
            </a:r>
            <a:endParaRPr lang="en-US" dirty="0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B11CF62-D499-5B92-3E89-3D263FD1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8 - week 1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2BB1F2F-169A-6967-4B94-C7ACA3EC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6</a:t>
            </a:fld>
            <a:endParaRPr lang="nl-NL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4523254-1982-AC2C-5C29-752165A69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000" y="1566000"/>
            <a:ext cx="4824000" cy="3105011"/>
          </a:xfrm>
        </p:spPr>
        <p:txBody>
          <a:bodyPr anchor="t">
            <a:normAutofit/>
          </a:bodyPr>
          <a:lstStyle/>
          <a:p>
            <a:pPr lvl="0"/>
            <a:r>
              <a:rPr lang="nl-NL" sz="1400" b="1" dirty="0"/>
              <a:t>Bezoeker</a:t>
            </a:r>
          </a:p>
          <a:p>
            <a:pPr lvl="1"/>
            <a:r>
              <a:rPr lang="nl-NL" sz="1400" i="1" dirty="0"/>
              <a:t>Registreren als </a:t>
            </a:r>
            <a:r>
              <a:rPr lang="nl-NL" sz="1400" i="1" dirty="0" err="1"/>
              <a:t>patient</a:t>
            </a:r>
            <a:endParaRPr lang="nl-NL" sz="1400" i="1" dirty="0"/>
          </a:p>
          <a:p>
            <a:pPr lvl="0"/>
            <a:r>
              <a:rPr lang="nl-NL" sz="1400" b="1" dirty="0"/>
              <a:t>Patiënt</a:t>
            </a:r>
            <a:r>
              <a:rPr lang="nl-NL" sz="1400" dirty="0"/>
              <a:t> (ROLE_PATIENT)</a:t>
            </a:r>
          </a:p>
          <a:p>
            <a:pPr lvl="1"/>
            <a:r>
              <a:rPr lang="nl-NL" sz="1400" dirty="0"/>
              <a:t>Profiel bekijken/aanpassen</a:t>
            </a:r>
          </a:p>
          <a:p>
            <a:pPr lvl="1"/>
            <a:r>
              <a:rPr lang="nl-NL" sz="1400" dirty="0"/>
              <a:t>Nieuwsberichten van het ziekenhuis bekijken</a:t>
            </a:r>
          </a:p>
          <a:p>
            <a:pPr lvl="1"/>
            <a:r>
              <a:rPr lang="nl-NL" sz="1400" i="1" dirty="0"/>
              <a:t>Bekijken van de afspraken met de Specialist</a:t>
            </a:r>
          </a:p>
          <a:p>
            <a:pPr lvl="0"/>
            <a:r>
              <a:rPr lang="nl-NL" sz="1400" b="1" dirty="0"/>
              <a:t>Specialist </a:t>
            </a:r>
            <a:r>
              <a:rPr lang="nl-NL" sz="1400" dirty="0"/>
              <a:t>(ROLE_SPECIALIST)</a:t>
            </a:r>
          </a:p>
          <a:p>
            <a:pPr lvl="1"/>
            <a:r>
              <a:rPr lang="nl-NL" sz="1400" dirty="0"/>
              <a:t>Profiel bekijken/aanpassen</a:t>
            </a:r>
          </a:p>
          <a:p>
            <a:pPr lvl="1"/>
            <a:r>
              <a:rPr lang="nl-NL" sz="1400" i="1" dirty="0"/>
              <a:t>Maken van een afspraak met patiënt</a:t>
            </a:r>
          </a:p>
          <a:p>
            <a:pPr lvl="1"/>
            <a:r>
              <a:rPr lang="nl-NL" sz="1400" dirty="0"/>
              <a:t>Gemaakte afspraken beheren</a:t>
            </a:r>
          </a:p>
          <a:p>
            <a:pPr lvl="0"/>
            <a:r>
              <a:rPr lang="nl-NL" sz="1400" b="1" dirty="0" err="1"/>
              <a:t>Admin</a:t>
            </a:r>
            <a:r>
              <a:rPr lang="nl-NL" sz="1400" dirty="0"/>
              <a:t> (ROLE_ADMIN)</a:t>
            </a:r>
          </a:p>
          <a:p>
            <a:pPr lvl="1"/>
            <a:r>
              <a:rPr lang="nl-NL" sz="1400" dirty="0"/>
              <a:t>Nieuwberichten publiceren</a:t>
            </a:r>
          </a:p>
          <a:p>
            <a:pPr lvl="1"/>
            <a:r>
              <a:rPr lang="nl-NL" sz="1400" dirty="0"/>
              <a:t>Patiënten / Specialisten beheer</a:t>
            </a:r>
          </a:p>
          <a:p>
            <a:pPr>
              <a:spcAft>
                <a:spcPts val="600"/>
              </a:spcAft>
            </a:pPr>
            <a:endParaRPr lang="en-US" dirty="0"/>
          </a:p>
        </p:txBody>
      </p:sp>
      <p:pic>
        <p:nvPicPr>
          <p:cNvPr id="8" name="Tijdelijke aanduiding voor afbeelding 7" descr="Afbeelding met tekenfilm, tekening, schets, illustratie&#10;&#10;Door AI gegenereerde inhoud is mogelijk onjuist.">
            <a:extLst>
              <a:ext uri="{FF2B5EF4-FFF2-40B4-BE49-F238E27FC236}">
                <a16:creationId xmlns:a16="http://schemas.microsoft.com/office/drawing/2014/main" id="{C3C570B2-8511-0CE4-91C6-66B3FA002D4D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2"/>
          <a:srcRect t="12704" b="1270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529186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2BD88-1F1B-4F7A-E6E5-EE522927A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6D8B37-FC5E-BBDC-2D37-DE11D68B8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specialisten afspraken app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15AFBCD-2191-431F-4408-014D116D6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7</a:t>
            </a:fld>
            <a:endParaRPr lang="nl-NL"/>
          </a:p>
        </p:txBody>
      </p:sp>
      <p:pic>
        <p:nvPicPr>
          <p:cNvPr id="10" name="Afbeelding 9" descr="Afbeelding met tekst, tekenfilm, kleding, schermopname&#10;&#10;Door AI gegenereerde inhoud is mogelijk onjuist.">
            <a:extLst>
              <a:ext uri="{FF2B5EF4-FFF2-40B4-BE49-F238E27FC236}">
                <a16:creationId xmlns:a16="http://schemas.microsoft.com/office/drawing/2014/main" id="{807ADEF9-49BB-D1AB-53A8-05F92BE22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489" y="1333743"/>
            <a:ext cx="4457669" cy="3203312"/>
          </a:xfrm>
          <a:prstGeom prst="rect">
            <a:avLst/>
          </a:prstGeom>
        </p:spPr>
      </p:pic>
      <p:sp>
        <p:nvSpPr>
          <p:cNvPr id="11" name="Tekstvak 10">
            <a:extLst>
              <a:ext uri="{FF2B5EF4-FFF2-40B4-BE49-F238E27FC236}">
                <a16:creationId xmlns:a16="http://schemas.microsoft.com/office/drawing/2014/main" id="{136478C0-D7F6-56EE-5E6E-6F6DD5C0EB84}"/>
              </a:ext>
            </a:extLst>
          </p:cNvPr>
          <p:cNvSpPr txBox="1"/>
          <p:nvPr/>
        </p:nvSpPr>
        <p:spPr>
          <a:xfrm>
            <a:off x="794327" y="2124364"/>
            <a:ext cx="914400" cy="914400"/>
          </a:xfrm>
          <a:prstGeom prst="rect">
            <a:avLst/>
          </a:prstGeom>
          <a:noFill/>
        </p:spPr>
        <p:txBody>
          <a:bodyPr wrap="none" lIns="0" tIns="0" rIns="0" rtlCol="0"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nl-NL" sz="1300" dirty="0"/>
              <a:t>Homepage </a:t>
            </a:r>
          </a:p>
          <a:p>
            <a:pPr lvl="1"/>
            <a:r>
              <a:rPr lang="nl-NL" sz="1300" dirty="0"/>
              <a:t>-	Klant kan een account aanmaken</a:t>
            </a:r>
          </a:p>
          <a:p>
            <a:pPr lvl="1"/>
            <a:r>
              <a:rPr lang="nl-NL" sz="1300" dirty="0"/>
              <a:t>-	Specialisten account zijn al opgeslagen </a:t>
            </a:r>
          </a:p>
        </p:txBody>
      </p:sp>
      <p:sp>
        <p:nvSpPr>
          <p:cNvPr id="12" name="Tijdelijke aanduiding voor datum 2">
            <a:extLst>
              <a:ext uri="{FF2B5EF4-FFF2-40B4-BE49-F238E27FC236}">
                <a16:creationId xmlns:a16="http://schemas.microsoft.com/office/drawing/2014/main" id="{4EBA4F88-9E50-7796-ABAF-221E1F5049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/>
          <a:lstStyle/>
          <a:p>
            <a:r>
              <a:rPr lang="nl-NL" dirty="0"/>
              <a:t>Periode 7 - week 3</a:t>
            </a:r>
          </a:p>
        </p:txBody>
      </p:sp>
    </p:spTree>
    <p:extLst>
      <p:ext uri="{BB962C8B-B14F-4D97-AF65-F5344CB8AC3E}">
        <p14:creationId xmlns:p14="http://schemas.microsoft.com/office/powerpoint/2010/main" val="1064402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FBE54-1A7D-F820-2391-F9455DE07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C4D3A0-3235-C75B-BF09-B8770ADF6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specialisten afspraken app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8BF3F92-3965-1377-66AD-9BD615B36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C7AE120-B88D-57D7-BEC7-FFA8D23B5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8</a:t>
            </a:fld>
            <a:endParaRPr lang="nl-NL"/>
          </a:p>
        </p:txBody>
      </p:sp>
      <p:pic>
        <p:nvPicPr>
          <p:cNvPr id="7" name="Afbeelding 6" descr="Afbeelding met tekst, nummer, schermopname&#10;&#10;Door AI gegenereerde inhoud is mogelijk onjuist.">
            <a:extLst>
              <a:ext uri="{FF2B5EF4-FFF2-40B4-BE49-F238E27FC236}">
                <a16:creationId xmlns:a16="http://schemas.microsoft.com/office/drawing/2014/main" id="{0785DA70-61A2-CDF0-66EA-FDEBAF31B6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1467" y="859500"/>
            <a:ext cx="5423143" cy="3996000"/>
          </a:xfrm>
          <a:prstGeom prst="rect">
            <a:avLst/>
          </a:prstGeom>
        </p:spPr>
      </p:pic>
      <p:sp>
        <p:nvSpPr>
          <p:cNvPr id="8" name="Tekstvak 7">
            <a:extLst>
              <a:ext uri="{FF2B5EF4-FFF2-40B4-BE49-F238E27FC236}">
                <a16:creationId xmlns:a16="http://schemas.microsoft.com/office/drawing/2014/main" id="{AA36E0B4-DFE1-77C6-AC5D-5E44B0EDD085}"/>
              </a:ext>
            </a:extLst>
          </p:cNvPr>
          <p:cNvSpPr txBox="1"/>
          <p:nvPr/>
        </p:nvSpPr>
        <p:spPr>
          <a:xfrm>
            <a:off x="309600" y="1657350"/>
            <a:ext cx="914400" cy="914400"/>
          </a:xfrm>
          <a:prstGeom prst="rect">
            <a:avLst/>
          </a:prstGeom>
          <a:noFill/>
        </p:spPr>
        <p:txBody>
          <a:bodyPr wrap="none" lIns="0" tIns="0" rIns="0" rtlCol="0">
            <a:noAutofit/>
          </a:bodyPr>
          <a:lstStyle/>
          <a:p>
            <a:pPr algn="l"/>
            <a:r>
              <a:rPr lang="nl-NL" sz="1300" dirty="0"/>
              <a:t>Patiënt aanmaken</a:t>
            </a:r>
          </a:p>
        </p:txBody>
      </p:sp>
      <p:sp>
        <p:nvSpPr>
          <p:cNvPr id="9" name="Tijdelijke aanduiding voor datum 2">
            <a:extLst>
              <a:ext uri="{FF2B5EF4-FFF2-40B4-BE49-F238E27FC236}">
                <a16:creationId xmlns:a16="http://schemas.microsoft.com/office/drawing/2014/main" id="{FB0DB000-FBC8-D475-8510-4DAAD6DA00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/>
          <a:lstStyle/>
          <a:p>
            <a:r>
              <a:rPr lang="nl-NL" dirty="0"/>
              <a:t>Periode 7 - week 3</a:t>
            </a:r>
          </a:p>
        </p:txBody>
      </p:sp>
    </p:spTree>
    <p:extLst>
      <p:ext uri="{BB962C8B-B14F-4D97-AF65-F5344CB8AC3E}">
        <p14:creationId xmlns:p14="http://schemas.microsoft.com/office/powerpoint/2010/main" val="3804873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C9809-DF7F-77A9-B4C6-B2C55D056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BB368B-BD58-B6FB-D220-8398B1B7E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specialisten afspraken app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A690FF9-C1F5-53FE-1BEC-4A98DBCD4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BABCE9C-FDE3-F738-151A-2562703C9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9</a:t>
            </a:fld>
            <a:endParaRPr lang="nl-NL"/>
          </a:p>
        </p:txBody>
      </p:sp>
      <p:pic>
        <p:nvPicPr>
          <p:cNvPr id="7" name="Afbeelding 6" descr="Afbeelding met tekst, schermopname, Lettertype, nummer&#10;&#10;Door AI gegenereerde inhoud is mogelijk onjuist.">
            <a:extLst>
              <a:ext uri="{FF2B5EF4-FFF2-40B4-BE49-F238E27FC236}">
                <a16:creationId xmlns:a16="http://schemas.microsoft.com/office/drawing/2014/main" id="{D32505DF-ACC2-D0B0-F1E2-381B1B89D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3707" y="1547129"/>
            <a:ext cx="5948293" cy="2755742"/>
          </a:xfrm>
          <a:prstGeom prst="rect">
            <a:avLst/>
          </a:prstGeom>
        </p:spPr>
      </p:pic>
      <p:sp>
        <p:nvSpPr>
          <p:cNvPr id="8" name="Tekstvak 7">
            <a:extLst>
              <a:ext uri="{FF2B5EF4-FFF2-40B4-BE49-F238E27FC236}">
                <a16:creationId xmlns:a16="http://schemas.microsoft.com/office/drawing/2014/main" id="{E29DAD05-E043-9F97-6228-A0C3FA3F627D}"/>
              </a:ext>
            </a:extLst>
          </p:cNvPr>
          <p:cNvSpPr txBox="1"/>
          <p:nvPr/>
        </p:nvSpPr>
        <p:spPr>
          <a:xfrm>
            <a:off x="309600" y="1657350"/>
            <a:ext cx="914400" cy="914400"/>
          </a:xfrm>
          <a:prstGeom prst="rect">
            <a:avLst/>
          </a:prstGeom>
          <a:noFill/>
        </p:spPr>
        <p:txBody>
          <a:bodyPr wrap="none" lIns="0" tIns="0" rIns="0" rtlCol="0">
            <a:noAutofit/>
          </a:bodyPr>
          <a:lstStyle/>
          <a:p>
            <a:pPr algn="l"/>
            <a:r>
              <a:rPr lang="nl-NL" sz="1300" dirty="0"/>
              <a:t>Homepage patiënt</a:t>
            </a:r>
          </a:p>
        </p:txBody>
      </p:sp>
      <p:sp>
        <p:nvSpPr>
          <p:cNvPr id="9" name="Tijdelijke aanduiding voor datum 2">
            <a:extLst>
              <a:ext uri="{FF2B5EF4-FFF2-40B4-BE49-F238E27FC236}">
                <a16:creationId xmlns:a16="http://schemas.microsoft.com/office/drawing/2014/main" id="{30CA13DF-C32F-C240-3652-4D62EB15F5B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/>
          <a:lstStyle/>
          <a:p>
            <a:r>
              <a:rPr lang="nl-NL" dirty="0"/>
              <a:t>Periode 7 - week 3</a:t>
            </a:r>
          </a:p>
        </p:txBody>
      </p:sp>
    </p:spTree>
    <p:extLst>
      <p:ext uri="{BB962C8B-B14F-4D97-AF65-F5344CB8AC3E}">
        <p14:creationId xmlns:p14="http://schemas.microsoft.com/office/powerpoint/2010/main" val="771975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B9B7F-5C6F-0E16-3CA1-8510DFFA1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59E714-E426-B9CF-CD92-ABCFAD3D3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specialisten afspraken app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7362BCA-32DB-40C8-CD9D-13EE0D7F6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92ED773-0E9F-A1C0-5738-56456B53F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10</a:t>
            </a:fld>
            <a:endParaRPr lang="nl-NL"/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550BA4A3-3945-6845-6E72-869FE2CBDB1B}"/>
              </a:ext>
            </a:extLst>
          </p:cNvPr>
          <p:cNvSpPr txBox="1"/>
          <p:nvPr/>
        </p:nvSpPr>
        <p:spPr>
          <a:xfrm>
            <a:off x="309600" y="1657350"/>
            <a:ext cx="914400" cy="914400"/>
          </a:xfrm>
          <a:prstGeom prst="rect">
            <a:avLst/>
          </a:prstGeom>
          <a:noFill/>
        </p:spPr>
        <p:txBody>
          <a:bodyPr wrap="none" lIns="0" tIns="0" rIns="0" rtlCol="0">
            <a:noAutofit/>
          </a:bodyPr>
          <a:lstStyle/>
          <a:p>
            <a:pPr algn="l"/>
            <a:r>
              <a:rPr lang="nl-NL" sz="1300" dirty="0"/>
              <a:t>Homepage specialist</a:t>
            </a:r>
          </a:p>
        </p:txBody>
      </p:sp>
      <p:pic>
        <p:nvPicPr>
          <p:cNvPr id="9" name="Afbeelding 8" descr="Afbeelding met tekst, schermopname, Lettertype, nummer&#10;&#10;Door AI gegenereerde inhoud is mogelijk onjuist.">
            <a:extLst>
              <a:ext uri="{FF2B5EF4-FFF2-40B4-BE49-F238E27FC236}">
                <a16:creationId xmlns:a16="http://schemas.microsoft.com/office/drawing/2014/main" id="{BF760AB2-944A-D9CF-28EE-3D18A05BB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076" y="1553748"/>
            <a:ext cx="6336924" cy="2833470"/>
          </a:xfrm>
          <a:prstGeom prst="rect">
            <a:avLst/>
          </a:prstGeom>
        </p:spPr>
      </p:pic>
      <p:sp>
        <p:nvSpPr>
          <p:cNvPr id="10" name="Tijdelijke aanduiding voor datum 2">
            <a:extLst>
              <a:ext uri="{FF2B5EF4-FFF2-40B4-BE49-F238E27FC236}">
                <a16:creationId xmlns:a16="http://schemas.microsoft.com/office/drawing/2014/main" id="{F14CE36D-A795-34E3-A65D-325D9C049F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/>
          <a:lstStyle/>
          <a:p>
            <a:r>
              <a:rPr lang="nl-NL" dirty="0"/>
              <a:t>Periode 7 - week 3</a:t>
            </a:r>
          </a:p>
        </p:txBody>
      </p:sp>
    </p:spTree>
    <p:extLst>
      <p:ext uri="{BB962C8B-B14F-4D97-AF65-F5344CB8AC3E}">
        <p14:creationId xmlns:p14="http://schemas.microsoft.com/office/powerpoint/2010/main" val="40268683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C7C59-5D26-1CF7-E50D-15358C76A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6083FF-BE22-F676-EE1D-61EA84253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specialisten afspraken app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5386598-F82B-F211-C4E5-5A95EF96C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AAC9551-98AB-73D4-78D9-10F35BE18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11</a:t>
            </a:fld>
            <a:endParaRPr lang="nl-NL"/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E554E7BA-8BD9-C840-040A-262C3F3655D3}"/>
              </a:ext>
            </a:extLst>
          </p:cNvPr>
          <p:cNvSpPr txBox="1"/>
          <p:nvPr/>
        </p:nvSpPr>
        <p:spPr>
          <a:xfrm>
            <a:off x="309600" y="1657350"/>
            <a:ext cx="914400" cy="914400"/>
          </a:xfrm>
          <a:prstGeom prst="rect">
            <a:avLst/>
          </a:prstGeom>
          <a:noFill/>
        </p:spPr>
        <p:txBody>
          <a:bodyPr wrap="none" lIns="0" tIns="0" rIns="0" rtlCol="0">
            <a:noAutofit/>
          </a:bodyPr>
          <a:lstStyle/>
          <a:p>
            <a:pPr algn="l"/>
            <a:r>
              <a:rPr lang="nl-NL" sz="1300" dirty="0"/>
              <a:t>Afspraak maken met</a:t>
            </a:r>
          </a:p>
          <a:p>
            <a:pPr algn="l"/>
            <a:r>
              <a:rPr lang="nl-NL" sz="1300" dirty="0"/>
              <a:t>de specialist</a:t>
            </a:r>
          </a:p>
        </p:txBody>
      </p:sp>
      <p:pic>
        <p:nvPicPr>
          <p:cNvPr id="7" name="Afbeelding 6" descr="Afbeelding met tekst, schermopname, nummer, Lettertype&#10;&#10;Door AI gegenereerde inhoud is mogelijk onjuist.">
            <a:extLst>
              <a:ext uri="{FF2B5EF4-FFF2-40B4-BE49-F238E27FC236}">
                <a16:creationId xmlns:a16="http://schemas.microsoft.com/office/drawing/2014/main" id="{403F35E1-FD6D-ECD0-B827-66B7040AE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385" y="863612"/>
            <a:ext cx="5090601" cy="4122777"/>
          </a:xfrm>
          <a:prstGeom prst="rect">
            <a:avLst/>
          </a:prstGeom>
        </p:spPr>
      </p:pic>
      <p:sp>
        <p:nvSpPr>
          <p:cNvPr id="10" name="Tijdelijke aanduiding voor datum 2">
            <a:extLst>
              <a:ext uri="{FF2B5EF4-FFF2-40B4-BE49-F238E27FC236}">
                <a16:creationId xmlns:a16="http://schemas.microsoft.com/office/drawing/2014/main" id="{AC0B84F8-3394-5760-FE97-013F1BAD89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/>
          <a:lstStyle/>
          <a:p>
            <a:r>
              <a:rPr lang="nl-NL" dirty="0"/>
              <a:t>Periode 7 - week 3</a:t>
            </a:r>
          </a:p>
        </p:txBody>
      </p:sp>
    </p:spTree>
    <p:extLst>
      <p:ext uri="{BB962C8B-B14F-4D97-AF65-F5344CB8AC3E}">
        <p14:creationId xmlns:p14="http://schemas.microsoft.com/office/powerpoint/2010/main" val="37822028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55CC2-8259-945F-F507-2EE2A3FCA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EEDC97C-487F-35EE-6996-D84C8EE2C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288000"/>
            <a:ext cx="8136000" cy="972000"/>
          </a:xfrm>
        </p:spPr>
        <p:txBody>
          <a:bodyPr anchor="t">
            <a:normAutofit/>
          </a:bodyPr>
          <a:lstStyle/>
          <a:p>
            <a:r>
              <a:rPr lang="en-US" dirty="0"/>
              <a:t>De User entity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DC9FF63F-ADD7-493C-A5E4-405533009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/>
              <a:t>Symfony presentatie security (registratie en inloggen)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5BE65928-E81C-34DB-AF91-1CFCC18C0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12</a:t>
            </a:fld>
            <a:endParaRPr lang="nl-NL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19BC299-FB6F-FD68-1FC8-817081309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0" y="1494000"/>
            <a:ext cx="4824000" cy="286199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Symfony </a:t>
            </a:r>
            <a:r>
              <a:rPr lang="en-US" dirty="0" err="1"/>
              <a:t>vereist</a:t>
            </a:r>
            <a:r>
              <a:rPr lang="en-US" dirty="0"/>
              <a:t> </a:t>
            </a:r>
            <a:r>
              <a:rPr lang="en-US" dirty="0" err="1"/>
              <a:t>dat</a:t>
            </a:r>
            <a:r>
              <a:rPr lang="en-US" dirty="0"/>
              <a:t> alle </a:t>
            </a:r>
            <a:r>
              <a:rPr lang="en-US" dirty="0" err="1"/>
              <a:t>gebruikers</a:t>
            </a:r>
            <a:r>
              <a:rPr lang="en-US" dirty="0"/>
              <a:t> die </a:t>
            </a:r>
            <a:r>
              <a:rPr lang="en-US" dirty="0" err="1"/>
              <a:t>kunnen</a:t>
            </a:r>
            <a:r>
              <a:rPr lang="en-US" dirty="0"/>
              <a:t> </a:t>
            </a:r>
            <a:r>
              <a:rPr lang="en-US" dirty="0" err="1"/>
              <a:t>inloggen</a:t>
            </a:r>
            <a:r>
              <a:rPr lang="en-US" dirty="0"/>
              <a:t> in de </a:t>
            </a:r>
            <a:r>
              <a:rPr lang="en-US" b="1" dirty="0"/>
              <a:t>User table </a:t>
            </a:r>
            <a:r>
              <a:rPr lang="en-US" dirty="0" err="1"/>
              <a:t>staat</a:t>
            </a:r>
            <a:endParaRPr lang="en-US" dirty="0"/>
          </a:p>
          <a:p>
            <a:pPr>
              <a:spcAft>
                <a:spcPts val="600"/>
              </a:spcAft>
            </a:pPr>
            <a:r>
              <a:rPr lang="en-US" dirty="0"/>
              <a:t>Alle </a:t>
            </a:r>
            <a:r>
              <a:rPr lang="en-US" dirty="0" err="1"/>
              <a:t>gebruikers</a:t>
            </a:r>
            <a:r>
              <a:rPr lang="en-US" dirty="0"/>
              <a:t> </a:t>
            </a:r>
            <a:r>
              <a:rPr lang="en-US" dirty="0" err="1"/>
              <a:t>kunnen</a:t>
            </a:r>
            <a:r>
              <a:rPr lang="en-US" dirty="0"/>
              <a:t> </a:t>
            </a:r>
            <a:r>
              <a:rPr lang="en-US" dirty="0" err="1"/>
              <a:t>naast</a:t>
            </a:r>
            <a:r>
              <a:rPr lang="en-US" dirty="0"/>
              <a:t> </a:t>
            </a:r>
            <a:r>
              <a:rPr lang="en-US" dirty="0" err="1"/>
              <a:t>inloggen</a:t>
            </a:r>
            <a:r>
              <a:rPr lang="en-US" dirty="0"/>
              <a:t> </a:t>
            </a:r>
            <a:r>
              <a:rPr lang="en-US" dirty="0" err="1"/>
              <a:t>ook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firstname</a:t>
            </a:r>
            <a:r>
              <a:rPr lang="en-US" dirty="0"/>
              <a:t> en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lastname</a:t>
            </a:r>
            <a:r>
              <a:rPr lang="en-US" dirty="0"/>
              <a:t> </a:t>
            </a:r>
            <a:r>
              <a:rPr lang="en-US" dirty="0" err="1"/>
              <a:t>opslaan</a:t>
            </a:r>
            <a:endParaRPr lang="en-US" dirty="0"/>
          </a:p>
          <a:p>
            <a:pPr>
              <a:spcAft>
                <a:spcPts val="600"/>
              </a:spcAft>
            </a:pPr>
            <a:r>
              <a:rPr lang="en-US" dirty="0"/>
              <a:t>Vaak </a:t>
            </a:r>
            <a:r>
              <a:rPr lang="en-US" dirty="0" err="1"/>
              <a:t>bestaat</a:t>
            </a:r>
            <a:r>
              <a:rPr lang="en-US" dirty="0"/>
              <a:t> de </a:t>
            </a:r>
            <a:r>
              <a:rPr lang="en-US" dirty="0" err="1"/>
              <a:t>behoefte</a:t>
            </a:r>
            <a:r>
              <a:rPr lang="en-US" dirty="0"/>
              <a:t> om </a:t>
            </a:r>
            <a:r>
              <a:rPr lang="en-US" dirty="0" err="1"/>
              <a:t>bepaalde</a:t>
            </a:r>
            <a:r>
              <a:rPr lang="en-US" dirty="0"/>
              <a:t> </a:t>
            </a:r>
            <a:r>
              <a:rPr lang="en-US" dirty="0" err="1"/>
              <a:t>gebruikers</a:t>
            </a:r>
            <a:r>
              <a:rPr lang="en-US" dirty="0"/>
              <a:t> extra </a:t>
            </a:r>
            <a:r>
              <a:rPr lang="en-US" dirty="0" err="1"/>
              <a:t>eigenschappen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geven</a:t>
            </a:r>
            <a:r>
              <a:rPr lang="en-US" dirty="0"/>
              <a:t>, </a:t>
            </a:r>
            <a:r>
              <a:rPr lang="en-US" dirty="0" err="1"/>
              <a:t>afhankelijk</a:t>
            </a:r>
            <a:r>
              <a:rPr lang="en-US" dirty="0"/>
              <a:t> van je </a:t>
            </a:r>
            <a:r>
              <a:rPr lang="en-US" dirty="0" err="1"/>
              <a:t>rol</a:t>
            </a:r>
            <a:r>
              <a:rPr lang="en-US" dirty="0"/>
              <a:t>!</a:t>
            </a:r>
          </a:p>
        </p:txBody>
      </p:sp>
      <p:pic>
        <p:nvPicPr>
          <p:cNvPr id="11" name="Afbeelding 10" descr="Afbeelding met tekst, schermopname, Lettertype, nummer&#10;&#10;Door AI gegenereerde inhoud is mogelijk onjuist.">
            <a:extLst>
              <a:ext uri="{FF2B5EF4-FFF2-40B4-BE49-F238E27FC236}">
                <a16:creationId xmlns:a16="http://schemas.microsoft.com/office/drawing/2014/main" id="{B95A47B5-BFF4-9868-2BA4-8E9886C67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13" y="1509107"/>
            <a:ext cx="3407422" cy="2846892"/>
          </a:xfrm>
          <a:prstGeom prst="rect">
            <a:avLst/>
          </a:prstGeom>
        </p:spPr>
      </p:pic>
      <p:sp>
        <p:nvSpPr>
          <p:cNvPr id="2" name="Tijdelijke aanduiding voor datum 2">
            <a:extLst>
              <a:ext uri="{FF2B5EF4-FFF2-40B4-BE49-F238E27FC236}">
                <a16:creationId xmlns:a16="http://schemas.microsoft.com/office/drawing/2014/main" id="{58BA01B8-0FDC-6D81-6086-E2929BB8B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/>
          <a:lstStyle/>
          <a:p>
            <a:r>
              <a:rPr lang="nl-NL" dirty="0"/>
              <a:t>Periode 7 - week 3</a:t>
            </a:r>
          </a:p>
        </p:txBody>
      </p:sp>
    </p:spTree>
    <p:extLst>
      <p:ext uri="{BB962C8B-B14F-4D97-AF65-F5344CB8AC3E}">
        <p14:creationId xmlns:p14="http://schemas.microsoft.com/office/powerpoint/2010/main" val="39880188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46225-DA49-2DF2-2F1B-F3A0540C9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8CA4A627-5F03-1FE9-5F22-F9B6107BC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288000"/>
            <a:ext cx="8136000" cy="972000"/>
          </a:xfrm>
        </p:spPr>
        <p:txBody>
          <a:bodyPr anchor="t">
            <a:normAutofit/>
          </a:bodyPr>
          <a:lstStyle/>
          <a:p>
            <a:r>
              <a:rPr lang="en-US" dirty="0"/>
              <a:t>Sub-Entities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5483F29-D7AF-5611-76C9-27CBD829B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/>
              <a:t>Symfony presentatie security (registratie en inloggen)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B319C7FF-35A7-D764-09FC-57C617C95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13</a:t>
            </a:fld>
            <a:endParaRPr lang="nl-NL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20C9C10-78E0-77BA-66F1-6A6CF40F30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999" y="1509107"/>
            <a:ext cx="4512915" cy="286199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Het </a:t>
            </a:r>
            <a:r>
              <a:rPr lang="en-US" dirty="0" err="1"/>
              <a:t>opslaan</a:t>
            </a:r>
            <a:r>
              <a:rPr lang="en-US" dirty="0"/>
              <a:t> van de </a:t>
            </a:r>
            <a:r>
              <a:rPr lang="en-US" dirty="0" err="1"/>
              <a:t>voornaam</a:t>
            </a:r>
            <a:r>
              <a:rPr lang="en-US" dirty="0"/>
              <a:t> en </a:t>
            </a:r>
            <a:r>
              <a:rPr lang="en-US" dirty="0" err="1"/>
              <a:t>achternaam</a:t>
            </a:r>
            <a:r>
              <a:rPr lang="en-US" dirty="0"/>
              <a:t> is </a:t>
            </a:r>
            <a:r>
              <a:rPr lang="en-US" dirty="0" err="1"/>
              <a:t>voor</a:t>
            </a:r>
            <a:r>
              <a:rPr lang="en-US" dirty="0"/>
              <a:t> de  Admin user </a:t>
            </a:r>
            <a:r>
              <a:rPr lang="en-US" dirty="0" err="1"/>
              <a:t>voldoende</a:t>
            </a:r>
            <a:endParaRPr lang="en-US" dirty="0"/>
          </a:p>
          <a:p>
            <a:pPr>
              <a:spcAft>
                <a:spcPts val="600"/>
              </a:spcAft>
            </a:pPr>
            <a:r>
              <a:rPr lang="en-US" dirty="0"/>
              <a:t>Voor de </a:t>
            </a:r>
            <a:r>
              <a:rPr lang="en-US" dirty="0" err="1"/>
              <a:t>ROLE_SPECIALISTmoet</a:t>
            </a:r>
            <a:r>
              <a:rPr lang="en-US" dirty="0"/>
              <a:t> </a:t>
            </a:r>
            <a:r>
              <a:rPr lang="en-US" dirty="0" err="1"/>
              <a:t>ook</a:t>
            </a:r>
            <a:r>
              <a:rPr lang="en-US" dirty="0"/>
              <a:t> </a:t>
            </a:r>
            <a:r>
              <a:rPr lang="en-US" dirty="0" err="1"/>
              <a:t>zijn</a:t>
            </a:r>
            <a:r>
              <a:rPr lang="en-US" dirty="0"/>
              <a:t> </a:t>
            </a:r>
            <a:r>
              <a:rPr lang="en-US" dirty="0" err="1"/>
              <a:t>specialisatie</a:t>
            </a:r>
            <a:r>
              <a:rPr lang="en-US" dirty="0"/>
              <a:t> </a:t>
            </a:r>
            <a:r>
              <a:rPr lang="en-US" dirty="0" err="1"/>
              <a:t>bewaart</a:t>
            </a:r>
            <a:r>
              <a:rPr lang="en-US" dirty="0"/>
              <a:t> </a:t>
            </a:r>
            <a:r>
              <a:rPr lang="en-US" dirty="0" err="1"/>
              <a:t>worden</a:t>
            </a:r>
            <a:r>
              <a:rPr lang="en-US" dirty="0"/>
              <a:t>,</a:t>
            </a:r>
          </a:p>
          <a:p>
            <a:pPr marL="180000" lvl="1" indent="0">
              <a:spcAft>
                <a:spcPts val="600"/>
              </a:spcAft>
              <a:buNone/>
            </a:pPr>
            <a:r>
              <a:rPr lang="en-US" dirty="0"/>
              <a:t>(Maak sub-entity, specialist en </a:t>
            </a:r>
            <a:r>
              <a:rPr lang="en-US" dirty="0" err="1"/>
              <a:t>zet</a:t>
            </a:r>
            <a:r>
              <a:rPr lang="en-US" dirty="0"/>
              <a:t> </a:t>
            </a:r>
            <a:r>
              <a:rPr lang="en-US" dirty="0" err="1"/>
              <a:t>daar</a:t>
            </a:r>
            <a:r>
              <a:rPr lang="en-US" dirty="0"/>
              <a:t> </a:t>
            </a:r>
            <a:r>
              <a:rPr lang="en-US" dirty="0" err="1"/>
              <a:t>zijn</a:t>
            </a:r>
            <a:r>
              <a:rPr lang="en-US" dirty="0"/>
              <a:t> </a:t>
            </a:r>
            <a:r>
              <a:rPr lang="en-US" dirty="0" err="1"/>
              <a:t>velden</a:t>
            </a:r>
            <a:r>
              <a:rPr lang="en-US" dirty="0"/>
              <a:t> in)</a:t>
            </a:r>
          </a:p>
          <a:p>
            <a:pPr marL="180000" lvl="1" indent="0">
              <a:spcAft>
                <a:spcPts val="600"/>
              </a:spcAft>
              <a:buNone/>
            </a:pPr>
            <a:endParaRPr lang="en-US" dirty="0"/>
          </a:p>
          <a:p>
            <a:pPr marL="285750" lvl="2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Voor de ROLE_PATIENT </a:t>
            </a:r>
            <a:r>
              <a:rPr lang="en-US" dirty="0" err="1"/>
              <a:t>moeten</a:t>
            </a:r>
            <a:r>
              <a:rPr lang="en-US" dirty="0"/>
              <a:t> </a:t>
            </a:r>
            <a:r>
              <a:rPr lang="en-US" dirty="0" err="1"/>
              <a:t>ook</a:t>
            </a:r>
            <a:r>
              <a:rPr lang="en-US" dirty="0"/>
              <a:t> </a:t>
            </a:r>
            <a:r>
              <a:rPr lang="en-US" dirty="0" err="1"/>
              <a:t>zijn</a:t>
            </a:r>
            <a:r>
              <a:rPr lang="en-US" dirty="0"/>
              <a:t> </a:t>
            </a:r>
            <a:r>
              <a:rPr lang="en-US" dirty="0" err="1"/>
              <a:t>naw-gegevens</a:t>
            </a:r>
            <a:r>
              <a:rPr lang="en-US" dirty="0"/>
              <a:t> </a:t>
            </a:r>
            <a:r>
              <a:rPr lang="en-US" dirty="0" err="1"/>
              <a:t>bewaard</a:t>
            </a:r>
            <a:r>
              <a:rPr lang="en-US" dirty="0"/>
              <a:t> </a:t>
            </a:r>
            <a:r>
              <a:rPr lang="en-US" dirty="0" err="1"/>
              <a:t>worden</a:t>
            </a:r>
            <a:r>
              <a:rPr lang="en-US" dirty="0"/>
              <a:t>.</a:t>
            </a:r>
          </a:p>
          <a:p>
            <a:pPr lvl="2">
              <a:spcAft>
                <a:spcPts val="600"/>
              </a:spcAft>
            </a:pPr>
            <a:r>
              <a:rPr lang="en-US" dirty="0"/>
              <a:t>       (Maak sub-entity, Patient en </a:t>
            </a:r>
            <a:r>
              <a:rPr lang="en-US" dirty="0" err="1"/>
              <a:t>zet</a:t>
            </a:r>
            <a:r>
              <a:rPr lang="en-US" dirty="0"/>
              <a:t> </a:t>
            </a:r>
            <a:r>
              <a:rPr lang="en-US" dirty="0" err="1"/>
              <a:t>daar</a:t>
            </a:r>
            <a:r>
              <a:rPr lang="en-US" dirty="0"/>
              <a:t> </a:t>
            </a:r>
            <a:r>
              <a:rPr lang="en-US" dirty="0" err="1"/>
              <a:t>zijn</a:t>
            </a:r>
            <a:r>
              <a:rPr lang="en-US" dirty="0"/>
              <a:t> </a:t>
            </a:r>
            <a:r>
              <a:rPr lang="en-US" dirty="0" err="1"/>
              <a:t>velden</a:t>
            </a:r>
            <a:r>
              <a:rPr lang="en-US" dirty="0"/>
              <a:t> in)</a:t>
            </a:r>
          </a:p>
          <a:p>
            <a:pPr>
              <a:spcAft>
                <a:spcPts val="600"/>
              </a:spcAft>
            </a:pPr>
            <a:endParaRPr lang="en-US" dirty="0"/>
          </a:p>
        </p:txBody>
      </p:sp>
      <p:pic>
        <p:nvPicPr>
          <p:cNvPr id="3" name="Afbeelding 2" descr="Afbeelding met tekst, schermopname, Lettertype, nummer&#10;&#10;Door AI gegenereerde inhoud is mogelijk onjuist.">
            <a:extLst>
              <a:ext uri="{FF2B5EF4-FFF2-40B4-BE49-F238E27FC236}">
                <a16:creationId xmlns:a16="http://schemas.microsoft.com/office/drawing/2014/main" id="{1702A469-F1BB-2A9D-D7E9-029C9A43A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829" y="1509107"/>
            <a:ext cx="2693171" cy="3479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4278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8146E-E6E3-23EA-5E68-110D61C56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55A21D36-73C4-2B3F-09C1-72EA0ABFB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288000"/>
            <a:ext cx="8136000" cy="972000"/>
          </a:xfrm>
        </p:spPr>
        <p:txBody>
          <a:bodyPr anchor="t">
            <a:normAutofit/>
          </a:bodyPr>
          <a:lstStyle/>
          <a:p>
            <a:r>
              <a:rPr lang="en-US" dirty="0"/>
              <a:t>Sub-Entities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B4309D92-4119-5278-907F-77BCC1D12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855500"/>
            <a:ext cx="50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 err="1"/>
              <a:t>Symfony</a:t>
            </a:r>
            <a:r>
              <a:rPr lang="nl-NL" dirty="0"/>
              <a:t> presentatie security (registratie en inloggen)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D4FBAEE-CDFE-6F94-6C10-9069892FD7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6622" y="1358278"/>
            <a:ext cx="4512915" cy="3326843"/>
          </a:xfrm>
        </p:spPr>
        <p:txBody>
          <a:bodyPr anchor="t"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dirty="0"/>
              <a:t>Velden </a:t>
            </a:r>
            <a:r>
              <a:rPr lang="en-US" dirty="0" err="1"/>
              <a:t>voor</a:t>
            </a:r>
            <a:r>
              <a:rPr lang="en-US" dirty="0"/>
              <a:t> </a:t>
            </a:r>
            <a:r>
              <a:rPr lang="en-US" b="1" dirty="0"/>
              <a:t>ROLE_PATIENT</a:t>
            </a:r>
            <a:r>
              <a:rPr lang="en-US" dirty="0"/>
              <a:t>:</a:t>
            </a:r>
          </a:p>
          <a:p>
            <a:pPr>
              <a:spcAft>
                <a:spcPts val="600"/>
              </a:spcAft>
              <a:buFontTx/>
              <a:buChar char="-"/>
            </a:pPr>
            <a:r>
              <a:rPr lang="en-US" dirty="0" err="1"/>
              <a:t>first_name</a:t>
            </a:r>
            <a:endParaRPr lang="en-US" dirty="0"/>
          </a:p>
          <a:p>
            <a:pPr>
              <a:spcAft>
                <a:spcPts val="600"/>
              </a:spcAft>
              <a:buFontTx/>
              <a:buChar char="-"/>
            </a:pPr>
            <a:r>
              <a:rPr lang="en-US" dirty="0" err="1"/>
              <a:t>last_name</a:t>
            </a:r>
            <a:endParaRPr lang="en-US" dirty="0"/>
          </a:p>
          <a:p>
            <a:pPr>
              <a:spcAft>
                <a:spcPts val="600"/>
              </a:spcAft>
              <a:buFontTx/>
              <a:buChar char="-"/>
            </a:pPr>
            <a:r>
              <a:rPr lang="en-US" dirty="0"/>
              <a:t>Address</a:t>
            </a:r>
          </a:p>
          <a:p>
            <a:pPr>
              <a:spcAft>
                <a:spcPts val="600"/>
              </a:spcAft>
              <a:buFontTx/>
              <a:buChar char="-"/>
            </a:pPr>
            <a:r>
              <a:rPr lang="en-US" dirty="0" err="1"/>
              <a:t>zip_code</a:t>
            </a:r>
            <a:r>
              <a:rPr lang="en-US" dirty="0"/>
              <a:t> (postcode)</a:t>
            </a:r>
          </a:p>
          <a:p>
            <a:pPr>
              <a:spcAft>
                <a:spcPts val="600"/>
              </a:spcAft>
              <a:buFontTx/>
              <a:buChar char="-"/>
            </a:pPr>
            <a:r>
              <a:rPr lang="en-US" dirty="0"/>
              <a:t>City</a:t>
            </a:r>
          </a:p>
          <a:p>
            <a:pPr>
              <a:spcAft>
                <a:spcPts val="600"/>
              </a:spcAft>
              <a:buFontTx/>
              <a:buChar char="-"/>
            </a:pPr>
            <a:endParaRPr lang="en-US" dirty="0"/>
          </a:p>
          <a:p>
            <a:pPr marL="0" indent="0">
              <a:spcAft>
                <a:spcPts val="600"/>
              </a:spcAft>
              <a:buNone/>
            </a:pPr>
            <a:r>
              <a:rPr lang="en-US" dirty="0"/>
              <a:t>Velden </a:t>
            </a:r>
            <a:r>
              <a:rPr lang="en-US" dirty="0" err="1"/>
              <a:t>voor</a:t>
            </a:r>
            <a:r>
              <a:rPr lang="en-US" dirty="0"/>
              <a:t> </a:t>
            </a:r>
            <a:r>
              <a:rPr lang="en-US" b="1" dirty="0"/>
              <a:t>ROLE_SPECIALIST</a:t>
            </a:r>
          </a:p>
          <a:p>
            <a:pPr>
              <a:spcAft>
                <a:spcPts val="600"/>
              </a:spcAft>
              <a:buFontTx/>
              <a:buChar char="-"/>
            </a:pPr>
            <a:r>
              <a:rPr lang="en-US" dirty="0" err="1"/>
              <a:t>first_name</a:t>
            </a:r>
            <a:endParaRPr lang="en-US" dirty="0"/>
          </a:p>
          <a:p>
            <a:pPr>
              <a:spcAft>
                <a:spcPts val="600"/>
              </a:spcAft>
              <a:buFontTx/>
              <a:buChar char="-"/>
            </a:pPr>
            <a:r>
              <a:rPr lang="en-US" dirty="0" err="1"/>
              <a:t>last_name</a:t>
            </a:r>
            <a:endParaRPr lang="en-US" dirty="0"/>
          </a:p>
          <a:p>
            <a:pPr>
              <a:spcAft>
                <a:spcPts val="600"/>
              </a:spcAft>
              <a:buFontTx/>
              <a:buChar char="-"/>
            </a:pPr>
            <a:r>
              <a:rPr lang="en-US" dirty="0"/>
              <a:t>specialization	</a:t>
            </a:r>
          </a:p>
        </p:txBody>
      </p:sp>
      <p:pic>
        <p:nvPicPr>
          <p:cNvPr id="3" name="Afbeelding 2" descr="Afbeelding met tekst, schermopname, Lettertype, nummer&#10;&#10;Door AI gegenereerde inhoud is mogelijk onjuist.">
            <a:extLst>
              <a:ext uri="{FF2B5EF4-FFF2-40B4-BE49-F238E27FC236}">
                <a16:creationId xmlns:a16="http://schemas.microsoft.com/office/drawing/2014/main" id="{EA90E3B5-22B9-4854-3214-D65B691AE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829" y="1509107"/>
            <a:ext cx="2693171" cy="3479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2772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E147D-0527-6EFF-6339-2785FB320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D930A6AF-9E50-7DBB-9C15-CBD8FF5EC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288000"/>
            <a:ext cx="8136000" cy="972000"/>
          </a:xfrm>
        </p:spPr>
        <p:txBody>
          <a:bodyPr anchor="t">
            <a:normAutofit/>
          </a:bodyPr>
          <a:lstStyle/>
          <a:p>
            <a:r>
              <a:rPr lang="en-US" dirty="0"/>
              <a:t>Sub-Entities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9041604F-53E0-7E30-2B52-A3597A8CB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855500"/>
            <a:ext cx="50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 err="1"/>
              <a:t>Symfony</a:t>
            </a:r>
            <a:r>
              <a:rPr lang="nl-NL" dirty="0"/>
              <a:t> presentatie security (registratie en inloggen)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8118579-1D74-4E87-1335-6051B6CE3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6622" y="1358278"/>
            <a:ext cx="4512915" cy="3326843"/>
          </a:xfrm>
        </p:spPr>
        <p:txBody>
          <a:bodyPr anchor="t">
            <a:normAutofit fontScale="92500"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dirty="0"/>
              <a:t>Velden </a:t>
            </a:r>
            <a:r>
              <a:rPr lang="en-US" dirty="0" err="1"/>
              <a:t>voor</a:t>
            </a:r>
            <a:r>
              <a:rPr lang="en-US" dirty="0"/>
              <a:t> </a:t>
            </a:r>
            <a:r>
              <a:rPr lang="en-US" b="1" dirty="0"/>
              <a:t>ROLE_ADMIN</a:t>
            </a:r>
            <a:r>
              <a:rPr lang="en-US" dirty="0"/>
              <a:t>:</a:t>
            </a:r>
          </a:p>
          <a:p>
            <a:pPr>
              <a:spcAft>
                <a:spcPts val="600"/>
              </a:spcAft>
              <a:buFontTx/>
              <a:buChar char="-"/>
            </a:pPr>
            <a:r>
              <a:rPr lang="en-US" dirty="0" err="1"/>
              <a:t>first_name</a:t>
            </a:r>
            <a:endParaRPr lang="en-US" dirty="0"/>
          </a:p>
          <a:p>
            <a:pPr>
              <a:spcAft>
                <a:spcPts val="600"/>
              </a:spcAft>
              <a:buFontTx/>
              <a:buChar char="-"/>
            </a:pPr>
            <a:r>
              <a:rPr lang="en-US" dirty="0" err="1"/>
              <a:t>last_name</a:t>
            </a:r>
            <a:endParaRPr lang="en-US" dirty="0"/>
          </a:p>
          <a:p>
            <a:pPr marL="0" indent="0">
              <a:spcAft>
                <a:spcPts val="600"/>
              </a:spcAft>
              <a:buNone/>
            </a:pPr>
            <a:endParaRPr lang="en-US" dirty="0"/>
          </a:p>
          <a:p>
            <a:pPr marL="0" indent="0">
              <a:spcAft>
                <a:spcPts val="600"/>
              </a:spcAft>
              <a:buNone/>
            </a:pPr>
            <a:r>
              <a:rPr lang="en-US" dirty="0"/>
              <a:t>LET OP: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dirty="0"/>
              <a:t>1	Alle Velden </a:t>
            </a:r>
            <a:r>
              <a:rPr lang="en-US" dirty="0" err="1"/>
              <a:t>staat</a:t>
            </a:r>
            <a:r>
              <a:rPr lang="en-US" dirty="0"/>
              <a:t> in </a:t>
            </a:r>
            <a:r>
              <a:rPr lang="en-US" dirty="0" err="1"/>
              <a:t>één</a:t>
            </a:r>
            <a:r>
              <a:rPr lang="en-US" dirty="0"/>
              <a:t> </a:t>
            </a:r>
            <a:r>
              <a:rPr lang="en-US" dirty="0" err="1"/>
              <a:t>tabel</a:t>
            </a:r>
            <a:r>
              <a:rPr lang="en-US" dirty="0"/>
              <a:t> : de USER TABLE!!!</a:t>
            </a:r>
          </a:p>
          <a:p>
            <a:pPr marL="0" indent="0">
              <a:spcAft>
                <a:spcPts val="600"/>
              </a:spcAft>
              <a:buNone/>
            </a:pPr>
            <a:endParaRPr lang="en-US" dirty="0"/>
          </a:p>
          <a:p>
            <a:pPr marL="0" indent="0">
              <a:spcAft>
                <a:spcPts val="600"/>
              </a:spcAft>
              <a:buNone/>
            </a:pPr>
            <a:r>
              <a:rPr lang="en-US" dirty="0"/>
              <a:t>2	Je </a:t>
            </a:r>
            <a:r>
              <a:rPr lang="en-US" dirty="0" err="1"/>
              <a:t>gebruikt</a:t>
            </a:r>
            <a:r>
              <a:rPr lang="en-US" dirty="0"/>
              <a:t> </a:t>
            </a:r>
            <a:r>
              <a:rPr lang="en-US" dirty="0" err="1"/>
              <a:t>allen</a:t>
            </a:r>
            <a:r>
              <a:rPr lang="en-US" dirty="0"/>
              <a:t> </a:t>
            </a:r>
            <a:r>
              <a:rPr lang="en-US" dirty="0" err="1"/>
              <a:t>jouw</a:t>
            </a:r>
            <a:r>
              <a:rPr lang="en-US" dirty="0"/>
              <a:t> </a:t>
            </a:r>
            <a:r>
              <a:rPr lang="en-US" dirty="0" err="1"/>
              <a:t>velden</a:t>
            </a:r>
            <a:r>
              <a:rPr lang="en-US" dirty="0"/>
              <a:t> van de </a:t>
            </a:r>
            <a:r>
              <a:rPr lang="en-US" dirty="0" err="1"/>
              <a:t>andere</a:t>
            </a:r>
            <a:r>
              <a:rPr lang="en-US" dirty="0"/>
              <a:t> </a:t>
            </a:r>
            <a:r>
              <a:rPr lang="en-US" dirty="0" err="1"/>
              <a:t>blijf</a:t>
            </a:r>
            <a:r>
              <a:rPr lang="en-US" dirty="0"/>
              <a:t> je </a:t>
            </a:r>
            <a:r>
              <a:rPr lang="en-US" dirty="0" err="1"/>
              <a:t>af</a:t>
            </a:r>
            <a:endParaRPr lang="en-US" dirty="0"/>
          </a:p>
          <a:p>
            <a:pPr marL="0" indent="0">
              <a:spcAft>
                <a:spcPts val="600"/>
              </a:spcAft>
              <a:buNone/>
            </a:pPr>
            <a:r>
              <a:rPr lang="en-US" dirty="0"/>
              <a:t>	(BV </a:t>
            </a:r>
            <a:r>
              <a:rPr lang="en-US" dirty="0" err="1"/>
              <a:t>een</a:t>
            </a:r>
            <a:r>
              <a:rPr lang="en-US" dirty="0"/>
              <a:t> User net ROLE_PATIENT </a:t>
            </a:r>
            <a:r>
              <a:rPr lang="en-US" dirty="0" err="1"/>
              <a:t>gebruikt</a:t>
            </a:r>
            <a:r>
              <a:rPr lang="en-US" dirty="0"/>
              <a:t> </a:t>
            </a:r>
            <a:r>
              <a:rPr lang="en-US" dirty="0" err="1"/>
              <a:t>niet</a:t>
            </a:r>
            <a:r>
              <a:rPr lang="en-US" dirty="0"/>
              <a:t> het veld 	specialization)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dirty="0"/>
              <a:t>	</a:t>
            </a:r>
          </a:p>
        </p:txBody>
      </p:sp>
      <p:pic>
        <p:nvPicPr>
          <p:cNvPr id="3" name="Afbeelding 2" descr="Afbeelding met tekst, schermopname, Lettertype, nummer&#10;&#10;Door AI gegenereerde inhoud is mogelijk onjuist.">
            <a:extLst>
              <a:ext uri="{FF2B5EF4-FFF2-40B4-BE49-F238E27FC236}">
                <a16:creationId xmlns:a16="http://schemas.microsoft.com/office/drawing/2014/main" id="{ADB5DA48-35FF-DF70-69A4-89868C09E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829" y="1509107"/>
            <a:ext cx="2693171" cy="3479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0140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7DDBA-422D-28C9-3304-BABB62AE7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07BCEE7D-434D-3F8E-68DD-1935A064C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288000"/>
            <a:ext cx="8136000" cy="972000"/>
          </a:xfrm>
        </p:spPr>
        <p:txBody>
          <a:bodyPr anchor="t">
            <a:normAutofit/>
          </a:bodyPr>
          <a:lstStyle/>
          <a:p>
            <a:r>
              <a:rPr lang="en-US" dirty="0"/>
              <a:t>Sub-Entities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16605B6D-D0CE-78A2-1B5E-9A1C8A7F6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855500"/>
            <a:ext cx="50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 err="1"/>
              <a:t>Symfony</a:t>
            </a:r>
            <a:r>
              <a:rPr lang="nl-NL" dirty="0"/>
              <a:t> presentatie security (registratie en inloggen)</a:t>
            </a:r>
          </a:p>
        </p:txBody>
      </p:sp>
      <p:pic>
        <p:nvPicPr>
          <p:cNvPr id="3" name="Afbeelding 2" descr="Afbeelding met tekst, schermopname, Lettertype, nummer&#10;&#10;Door AI gegenereerde inhoud is mogelijk onjuist.">
            <a:extLst>
              <a:ext uri="{FF2B5EF4-FFF2-40B4-BE49-F238E27FC236}">
                <a16:creationId xmlns:a16="http://schemas.microsoft.com/office/drawing/2014/main" id="{981A82B8-16EA-E6F0-1314-C89B39C59D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524" y="2038341"/>
            <a:ext cx="2048919" cy="2646780"/>
          </a:xfrm>
          <a:prstGeom prst="rect">
            <a:avLst/>
          </a:prstGeom>
        </p:spPr>
      </p:pic>
      <p:sp>
        <p:nvSpPr>
          <p:cNvPr id="2" name="Tekstvak 1">
            <a:extLst>
              <a:ext uri="{FF2B5EF4-FFF2-40B4-BE49-F238E27FC236}">
                <a16:creationId xmlns:a16="http://schemas.microsoft.com/office/drawing/2014/main" id="{76918647-AB5F-E676-A6B8-A78CF37D5535}"/>
              </a:ext>
            </a:extLst>
          </p:cNvPr>
          <p:cNvSpPr txBox="1"/>
          <p:nvPr/>
        </p:nvSpPr>
        <p:spPr>
          <a:xfrm>
            <a:off x="1677971" y="1639916"/>
            <a:ext cx="914400" cy="313236"/>
          </a:xfrm>
          <a:prstGeom prst="rect">
            <a:avLst/>
          </a:prstGeom>
          <a:noFill/>
        </p:spPr>
        <p:txBody>
          <a:bodyPr wrap="none" lIns="0" tIns="0" rIns="0" rtlCol="0">
            <a:noAutofit/>
          </a:bodyPr>
          <a:lstStyle/>
          <a:p>
            <a:pPr algn="l"/>
            <a:r>
              <a:rPr lang="nl-NL" sz="2000" dirty="0"/>
              <a:t>ERD</a:t>
            </a:r>
          </a:p>
        </p:txBody>
      </p:sp>
      <p:pic>
        <p:nvPicPr>
          <p:cNvPr id="8" name="Afbeelding 7" descr="Afbeelding met tekst, schermopname, Lettertype, nummer&#10;&#10;Door AI gegenereerde inhoud is mogelijk onjuist.">
            <a:extLst>
              <a:ext uri="{FF2B5EF4-FFF2-40B4-BE49-F238E27FC236}">
                <a16:creationId xmlns:a16="http://schemas.microsoft.com/office/drawing/2014/main" id="{805E00C0-9316-71C4-5804-2F43C08645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7732" y="1913994"/>
            <a:ext cx="2826000" cy="2790527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96FD1698-5CB7-9A2C-5383-62533B0D52D4}"/>
              </a:ext>
            </a:extLst>
          </p:cNvPr>
          <p:cNvSpPr txBox="1"/>
          <p:nvPr/>
        </p:nvSpPr>
        <p:spPr>
          <a:xfrm>
            <a:off x="4656841" y="1525269"/>
            <a:ext cx="914400" cy="313236"/>
          </a:xfrm>
          <a:prstGeom prst="rect">
            <a:avLst/>
          </a:prstGeom>
          <a:noFill/>
        </p:spPr>
        <p:txBody>
          <a:bodyPr wrap="none" lIns="0" tIns="0" rIns="0" rtlCol="0">
            <a:noAutofit/>
          </a:bodyPr>
          <a:lstStyle/>
          <a:p>
            <a:pPr algn="l"/>
            <a:r>
              <a:rPr lang="nl-NL" sz="2000" dirty="0"/>
              <a:t>SYMFONY</a:t>
            </a:r>
          </a:p>
        </p:txBody>
      </p:sp>
    </p:spTree>
    <p:extLst>
      <p:ext uri="{BB962C8B-B14F-4D97-AF65-F5344CB8AC3E}">
        <p14:creationId xmlns:p14="http://schemas.microsoft.com/office/powerpoint/2010/main" val="42862098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7B02C-ACC4-4C79-9B2B-86D61B815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D7898D9F-F777-0162-5599-FD0B36255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288000"/>
            <a:ext cx="8136000" cy="972000"/>
          </a:xfrm>
        </p:spPr>
        <p:txBody>
          <a:bodyPr anchor="t">
            <a:normAutofit/>
          </a:bodyPr>
          <a:lstStyle/>
          <a:p>
            <a:r>
              <a:rPr lang="en-US" dirty="0"/>
              <a:t>User </a:t>
            </a:r>
            <a:r>
              <a:rPr lang="en-US" dirty="0" err="1"/>
              <a:t>tabel</a:t>
            </a:r>
            <a:endParaRPr lang="en-US" dirty="0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667ED30B-F2FB-C928-A5D1-BE185FD99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855500"/>
            <a:ext cx="50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 err="1"/>
              <a:t>Symfony</a:t>
            </a:r>
            <a:r>
              <a:rPr lang="nl-NL" dirty="0"/>
              <a:t> presentatie security (registratie en inloggen)</a:t>
            </a: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34FC4161-F97F-721A-F93E-DFC97EC497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546" y="2571750"/>
            <a:ext cx="8844907" cy="814098"/>
          </a:xfrm>
          <a:prstGeom prst="rect">
            <a:avLst/>
          </a:prstGeom>
        </p:spPr>
      </p:pic>
      <p:sp>
        <p:nvSpPr>
          <p:cNvPr id="5" name="Tekstvak 4">
            <a:extLst>
              <a:ext uri="{FF2B5EF4-FFF2-40B4-BE49-F238E27FC236}">
                <a16:creationId xmlns:a16="http://schemas.microsoft.com/office/drawing/2014/main" id="{8C8B02B1-17CA-C84A-5771-F5F5C0448670}"/>
              </a:ext>
            </a:extLst>
          </p:cNvPr>
          <p:cNvSpPr txBox="1"/>
          <p:nvPr/>
        </p:nvSpPr>
        <p:spPr>
          <a:xfrm>
            <a:off x="1644072" y="1532779"/>
            <a:ext cx="4350327" cy="1192026"/>
          </a:xfrm>
          <a:prstGeom prst="rect">
            <a:avLst/>
          </a:prstGeom>
          <a:noFill/>
        </p:spPr>
        <p:txBody>
          <a:bodyPr wrap="none" lIns="0" tIns="0" rIns="0" rtlCol="0">
            <a:noAutofit/>
          </a:bodyPr>
          <a:lstStyle/>
          <a:p>
            <a:r>
              <a:rPr lang="nl-NL" sz="2800" dirty="0"/>
              <a:t>2 specialisten accounts in de user tabel</a:t>
            </a:r>
          </a:p>
          <a:p>
            <a:r>
              <a:rPr lang="nl-NL" sz="2800" dirty="0"/>
              <a:t>1 </a:t>
            </a:r>
            <a:r>
              <a:rPr lang="nl-NL" sz="2800" dirty="0" err="1"/>
              <a:t>patient</a:t>
            </a:r>
            <a:r>
              <a:rPr lang="nl-NL" sz="2800" dirty="0"/>
              <a:t> account in de user tabel</a:t>
            </a:r>
          </a:p>
        </p:txBody>
      </p:sp>
      <p:sp>
        <p:nvSpPr>
          <p:cNvPr id="7" name="Tijdelijke aanduiding voor datum 2">
            <a:extLst>
              <a:ext uri="{FF2B5EF4-FFF2-40B4-BE49-F238E27FC236}">
                <a16:creationId xmlns:a16="http://schemas.microsoft.com/office/drawing/2014/main" id="{37DEA5CF-2692-235A-B86D-D807A5A615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/>
          <a:lstStyle/>
          <a:p>
            <a:r>
              <a:rPr lang="nl-NL" dirty="0"/>
              <a:t>Periode 7 - week 3</a:t>
            </a:r>
          </a:p>
        </p:txBody>
      </p:sp>
    </p:spTree>
    <p:extLst>
      <p:ext uri="{BB962C8B-B14F-4D97-AF65-F5344CB8AC3E}">
        <p14:creationId xmlns:p14="http://schemas.microsoft.com/office/powerpoint/2010/main" val="28637857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CA49A-9007-689B-EF34-B66CFF31B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ACE1C788-AD7D-F6D7-BD80-A0D4352B2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288000"/>
            <a:ext cx="8136000" cy="972000"/>
          </a:xfrm>
        </p:spPr>
        <p:txBody>
          <a:bodyPr anchor="t">
            <a:normAutofit/>
          </a:bodyPr>
          <a:lstStyle/>
          <a:p>
            <a:r>
              <a:rPr lang="en-US" dirty="0"/>
              <a:t>ERD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199DF346-CBA4-E4D7-61E6-2CB4629A7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855500"/>
            <a:ext cx="50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 err="1"/>
              <a:t>Symfony</a:t>
            </a:r>
            <a:r>
              <a:rPr lang="nl-NL" dirty="0"/>
              <a:t> presentatie security (registratie en inloggen)</a:t>
            </a:r>
          </a:p>
        </p:txBody>
      </p:sp>
      <p:pic>
        <p:nvPicPr>
          <p:cNvPr id="3" name="Afbeelding 2" descr="Afbeelding met tekst, schermopname, diagram, nummer&#10;&#10;Door AI gegenereerde inhoud is mogelijk onjuist.">
            <a:extLst>
              <a:ext uri="{FF2B5EF4-FFF2-40B4-BE49-F238E27FC236}">
                <a16:creationId xmlns:a16="http://schemas.microsoft.com/office/drawing/2014/main" id="{E206AFBD-2CFA-1A5C-F995-F7BA1D85F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346" y="1602201"/>
            <a:ext cx="5180491" cy="3253299"/>
          </a:xfrm>
          <a:prstGeom prst="rect">
            <a:avLst/>
          </a:prstGeom>
        </p:spPr>
      </p:pic>
      <p:sp>
        <p:nvSpPr>
          <p:cNvPr id="7" name="Tekstvak 6">
            <a:extLst>
              <a:ext uri="{FF2B5EF4-FFF2-40B4-BE49-F238E27FC236}">
                <a16:creationId xmlns:a16="http://schemas.microsoft.com/office/drawing/2014/main" id="{2A71D717-B0C6-7ECF-3C8D-E3BE6DC0E6F4}"/>
              </a:ext>
            </a:extLst>
          </p:cNvPr>
          <p:cNvSpPr txBox="1"/>
          <p:nvPr/>
        </p:nvSpPr>
        <p:spPr>
          <a:xfrm>
            <a:off x="4193310" y="1686150"/>
            <a:ext cx="914400" cy="914400"/>
          </a:xfrm>
          <a:prstGeom prst="rect">
            <a:avLst/>
          </a:prstGeom>
          <a:noFill/>
        </p:spPr>
        <p:txBody>
          <a:bodyPr wrap="none" lIns="0" tIns="0" rIns="0" rtlCol="0">
            <a:noAutofit/>
          </a:bodyPr>
          <a:lstStyle/>
          <a:p>
            <a:pPr algn="l"/>
            <a:r>
              <a:rPr lang="nl-NL" sz="1300" dirty="0"/>
              <a:t>Twee relaties tussen User &lt;-</a:t>
            </a:r>
            <a:r>
              <a:rPr lang="nl-NL" sz="1300" dirty="0">
                <a:sym typeface="Wingdings" panose="05000000000000000000" pitchFamily="2" charset="2"/>
              </a:rPr>
              <a:t>-&gt;</a:t>
            </a:r>
            <a:r>
              <a:rPr lang="nl-NL" sz="1300" dirty="0"/>
              <a:t> </a:t>
            </a:r>
            <a:r>
              <a:rPr lang="nl-NL" sz="1300" dirty="0" err="1"/>
              <a:t>Appointment</a:t>
            </a:r>
            <a:endParaRPr lang="nl-NL" sz="13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nl-NL" sz="1300" dirty="0" err="1"/>
              <a:t>Patient</a:t>
            </a:r>
            <a:r>
              <a:rPr lang="nl-NL" sz="1300" dirty="0"/>
              <a:t> heeft meerdere afspraken met specialisten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nl-NL" sz="1300" dirty="0"/>
              <a:t>Specialist heeft meerdere afspraken met </a:t>
            </a:r>
            <a:r>
              <a:rPr lang="nl-NL" sz="1300" dirty="0" err="1"/>
              <a:t>patienten</a:t>
            </a:r>
            <a:endParaRPr lang="nl-NL" sz="1300" dirty="0"/>
          </a:p>
        </p:txBody>
      </p:sp>
    </p:spTree>
    <p:extLst>
      <p:ext uri="{BB962C8B-B14F-4D97-AF65-F5344CB8AC3E}">
        <p14:creationId xmlns:p14="http://schemas.microsoft.com/office/powerpoint/2010/main" val="11825631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C2EBE-703A-9BED-88E8-7B2498581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DEC93527-29B0-2A55-4C96-3F217B753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288000"/>
            <a:ext cx="8136000" cy="972000"/>
          </a:xfrm>
        </p:spPr>
        <p:txBody>
          <a:bodyPr anchor="t">
            <a:normAutofit/>
          </a:bodyPr>
          <a:lstStyle/>
          <a:p>
            <a:r>
              <a:rPr lang="en-US" dirty="0"/>
              <a:t>Tabel </a:t>
            </a:r>
            <a:r>
              <a:rPr lang="en-US" dirty="0" err="1"/>
              <a:t>ontwerp</a:t>
            </a:r>
            <a:r>
              <a:rPr lang="en-US" dirty="0"/>
              <a:t> view van phpMyAdmin,</a:t>
            </a:r>
            <a:br>
              <a:rPr lang="en-US" dirty="0"/>
            </a:br>
            <a:r>
              <a:rPr lang="en-US" dirty="0" err="1"/>
              <a:t>deze</a:t>
            </a:r>
            <a:r>
              <a:rPr lang="en-US" dirty="0"/>
              <a:t> </a:t>
            </a:r>
            <a:r>
              <a:rPr lang="en-US" dirty="0" err="1"/>
              <a:t>wordt</a:t>
            </a:r>
            <a:r>
              <a:rPr lang="en-US" dirty="0"/>
              <a:t> </a:t>
            </a:r>
            <a:r>
              <a:rPr lang="en-US" dirty="0" err="1"/>
              <a:t>gemaakt</a:t>
            </a:r>
            <a:r>
              <a:rPr lang="en-US" dirty="0"/>
              <a:t> door Symfony!!!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575B82C-291B-BE2A-D50A-7DD47DDB0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855500"/>
            <a:ext cx="50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 err="1"/>
              <a:t>Symfony</a:t>
            </a:r>
            <a:r>
              <a:rPr lang="nl-NL" dirty="0"/>
              <a:t> presentatie security (registratie en inloggen)</a:t>
            </a:r>
          </a:p>
        </p:txBody>
      </p:sp>
      <p:pic>
        <p:nvPicPr>
          <p:cNvPr id="4" name="Afbeelding 3" descr="Afbeelding met tekst, schermopname, Lettertype, nummer&#10;&#10;Door AI gegenereerde inhoud is mogelijk onjuist.">
            <a:extLst>
              <a:ext uri="{FF2B5EF4-FFF2-40B4-BE49-F238E27FC236}">
                <a16:creationId xmlns:a16="http://schemas.microsoft.com/office/drawing/2014/main" id="{82963034-6818-8227-AC65-A6C7D0419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693" y="1889615"/>
            <a:ext cx="6248942" cy="305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426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763ED0-00C0-271A-AEB8-F6F115A50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Aan de slag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9AE27EA-EB37-2A63-A27A-053D72978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717E3E62-49B2-F8E5-9E89-3A7350E5B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D230E5E1-54F3-9EDA-9625-0A4267120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20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262523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E7800213-4580-027C-9C68-8F6AD1448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7FD80FE0-0C68-907A-415B-1D308E2E3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5A9AEA0-F9EC-99C0-FAC8-0A8B2BAF6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pPr/>
              <a:t>21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40938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hema">
  <a:themeElements>
    <a:clrScheme name="ROC Mondriaan Kleuren">
      <a:dk1>
        <a:srgbClr val="000000"/>
      </a:dk1>
      <a:lt1>
        <a:srgbClr val="FFFFFF"/>
      </a:lt1>
      <a:dk2>
        <a:srgbClr val="002355"/>
      </a:dk2>
      <a:lt2>
        <a:srgbClr val="E0E0E0"/>
      </a:lt2>
      <a:accent1>
        <a:srgbClr val="0050AA"/>
      </a:accent1>
      <a:accent2>
        <a:srgbClr val="E6002D"/>
      </a:accent2>
      <a:accent3>
        <a:srgbClr val="FDD200"/>
      </a:accent3>
      <a:accent4>
        <a:srgbClr val="B9DCFF"/>
      </a:accent4>
      <a:accent5>
        <a:srgbClr val="46C891"/>
      </a:accent5>
      <a:accent6>
        <a:srgbClr val="6E375A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rtlCol="0">
        <a:noAutofit/>
      </a:bodyPr>
      <a:lstStyle>
        <a:defPPr algn="l">
          <a:defRPr sz="1300" dirty="0" err="1" smtClean="0"/>
        </a:defPPr>
      </a:lstStyle>
    </a:txDef>
  </a:objectDefaults>
  <a:extraClrSchemeLst/>
  <a:custClrLst>
    <a:custClr name="Rood Donker">
      <a:srgbClr val="870000"/>
    </a:custClr>
    <a:custClr name="Rood">
      <a:srgbClr val="E6002D"/>
    </a:custClr>
    <a:custClr name="Rood Licht ">
      <a:srgbClr val="FBB4BE"/>
    </a:custClr>
    <a:custClr name="Geel Donker">
      <a:srgbClr val="CD9B00"/>
    </a:custClr>
    <a:custClr name="Geel">
      <a:srgbClr val="FDD200"/>
    </a:custClr>
    <a:custClr name="Geel Licht">
      <a:srgbClr val="FFF09B"/>
    </a:custClr>
    <a:custClr name="Blauw Donker">
      <a:srgbClr val="002355"/>
    </a:custClr>
    <a:custClr name="Blauw">
      <a:srgbClr val="0050AA"/>
    </a:custClr>
    <a:custClr name="Blauw Licht">
      <a:srgbClr val="B9DCFF"/>
    </a:custClr>
    <a:custClr name="Paars Donker">
      <a:srgbClr val="6E375A"/>
    </a:custClr>
    <a:custClr name="Paars">
      <a:srgbClr val="B48CC8"/>
    </a:custClr>
    <a:custClr name="Groen Donker">
      <a:srgbClr val="009B73"/>
    </a:custClr>
    <a:custClr name="Groen">
      <a:srgbClr val="46C891"/>
    </a:custClr>
    <a:custClr name="Zwart">
      <a:srgbClr val="000000"/>
    </a:custClr>
    <a:custClr name="Grijs">
      <a:srgbClr val="6E6E6E"/>
    </a:custClr>
    <a:custClr name="Wit">
      <a:srgbClr val="FFFFFF"/>
    </a:custClr>
  </a:custClrLst>
  <a:extLst>
    <a:ext uri="{05A4C25C-085E-4340-85A3-A5531E510DB2}">
      <thm15:themeFamily xmlns:thm15="http://schemas.microsoft.com/office/thememl/2012/main" name="ROC Mondriaan - Power Point - 2023" id="{5DB252B7-1FD7-4DBB-A6CA-743F244770FA}" vid="{81BE598E-B98A-46B4-90D3-B12384BCCBC6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5B89AFCFDEF74BBF70CF120520CADE" ma:contentTypeVersion="3" ma:contentTypeDescription="Create a new document." ma:contentTypeScope="" ma:versionID="74752059858ec9857f6cd2ed1c78c5c1">
  <xsd:schema xmlns:xsd="http://www.w3.org/2001/XMLSchema" xmlns:xs="http://www.w3.org/2001/XMLSchema" xmlns:p="http://schemas.microsoft.com/office/2006/metadata/properties" xmlns:ns2="0a3a6c56-5871-4c56-864a-5d95d6715fab" targetNamespace="http://schemas.microsoft.com/office/2006/metadata/properties" ma:root="true" ma:fieldsID="23a91e7dcc60fdda42d37fce7ef55ba0" ns2:_="">
    <xsd:import namespace="0a3a6c56-5871-4c56-864a-5d95d6715fa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3a6c56-5871-4c56-864a-5d95d6715fa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4BDFC7A-75BE-4BCD-B590-46664194C35E}">
  <ds:schemaRefs>
    <ds:schemaRef ds:uri="http://schemas.microsoft.com/office/2006/documentManagement/types"/>
    <ds:schemaRef ds:uri="http://schemas.microsoft.com/sharepoint/v3"/>
    <ds:schemaRef ds:uri="9c7db627-a19b-4420-ba46-d2da62c8f9f7"/>
    <ds:schemaRef ds:uri="http://schemas.microsoft.com/office/infopath/2007/PartnerControls"/>
    <ds:schemaRef ds:uri="http://www.w3.org/XML/1998/namespace"/>
    <ds:schemaRef ds:uri="http://purl.org/dc/dcmitype/"/>
    <ds:schemaRef ds:uri="http://schemas.openxmlformats.org/package/2006/metadata/core-properties"/>
    <ds:schemaRef ds:uri="http://purl.org/dc/terms/"/>
    <ds:schemaRef ds:uri="http://purl.org/dc/elements/1.1/"/>
    <ds:schemaRef ds:uri="73dbb10f-d65e-4026-aa5c-544c0db9c1ca"/>
    <ds:schemaRef ds:uri="a95f19fb-cad5-4f59-9d9d-bfe7d2b05f17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C474362A-791E-41CB-890E-B37EA19C59B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BA905DD-3760-4576-B4F1-BB68865A1486}"/>
</file>

<file path=docProps/app.xml><?xml version="1.0" encoding="utf-8"?>
<Properties xmlns="http://schemas.openxmlformats.org/officeDocument/2006/extended-properties" xmlns:vt="http://schemas.openxmlformats.org/officeDocument/2006/docPropsVTypes">
  <Template>ROC_Mondriaan_Power Point - 2023 Sjabloon</Template>
  <TotalTime>293</TotalTime>
  <Words>848</Words>
  <Application>Microsoft Office PowerPoint</Application>
  <PresentationFormat>Diavoorstelling (16:9)</PresentationFormat>
  <Paragraphs>150</Paragraphs>
  <Slides>21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21</vt:i4>
      </vt:variant>
    </vt:vector>
  </HeadingPairs>
  <TitlesOfParts>
    <vt:vector size="27" baseType="lpstr">
      <vt:lpstr>Arial</vt:lpstr>
      <vt:lpstr>Calibri</vt:lpstr>
      <vt:lpstr>Consolas</vt:lpstr>
      <vt:lpstr>Systeemlettertype regulier</vt:lpstr>
      <vt:lpstr>Wingdings</vt:lpstr>
      <vt:lpstr>Office-thema</vt:lpstr>
      <vt:lpstr>Symfony werken met rollen deel 2</vt:lpstr>
      <vt:lpstr>Inhoud</vt:lpstr>
      <vt:lpstr>Wat ken je al?</vt:lpstr>
      <vt:lpstr>Wat gaan we maken?</vt:lpstr>
      <vt:lpstr>Werken met rollen in de applicatie</vt:lpstr>
      <vt:lpstr>Rollen in de applicatie</vt:lpstr>
      <vt:lpstr>specialisten afspraken app</vt:lpstr>
      <vt:lpstr>specialisten afspraken app</vt:lpstr>
      <vt:lpstr>specialisten afspraken app</vt:lpstr>
      <vt:lpstr>specialisten afspraken app</vt:lpstr>
      <vt:lpstr>specialisten afspraken app</vt:lpstr>
      <vt:lpstr>De User entity</vt:lpstr>
      <vt:lpstr>Sub-Entities</vt:lpstr>
      <vt:lpstr>Sub-Entities</vt:lpstr>
      <vt:lpstr>Sub-Entities</vt:lpstr>
      <vt:lpstr>Sub-Entities</vt:lpstr>
      <vt:lpstr>User tabel</vt:lpstr>
      <vt:lpstr>ERD</vt:lpstr>
      <vt:lpstr>Tabel ontwerp view van phpMyAdmin, deze wordt gemaakt door Symfony!!!</vt:lpstr>
      <vt:lpstr>Aan de slag</vt:lpstr>
      <vt:lpstr>PowerPoint-presentatie</vt:lpstr>
    </vt:vector>
  </TitlesOfParts>
  <Manager/>
  <Company>ROC Mondriaan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asdfafasf</dc:title>
  <dc:subject/>
  <dc:creator>Auerbach, Michiel</dc:creator>
  <cp:keywords/>
  <dc:description>roc Mondriaan presentatie - versie 1 - augustus 2022
Ontwerp: Ontwerpwerk
Template: Ton Persoon</dc:description>
  <cp:lastModifiedBy>Linden, M van der</cp:lastModifiedBy>
  <cp:revision>7</cp:revision>
  <dcterms:created xsi:type="dcterms:W3CDTF">2024-04-08T05:35:49Z</dcterms:created>
  <dcterms:modified xsi:type="dcterms:W3CDTF">2026-01-14T11:36:00Z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0x010100AC5B89AFCFDEF74BBF70CF120520CADE</vt:lpwstr>
  </property>
  <property fmtid="{D5CDD505-2E9C-101B-9397-08002B2CF9AE}" pid="3" name="MediaServiceImageTags">
    <vt:lpwstr/>
  </property>
  <property fmtid="{D5CDD505-2E9C-101B-9397-08002B2CF9AE}" pid="4" name="Order">
    <vt:r8>5046900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  <property fmtid="{D5CDD505-2E9C-101B-9397-08002B2CF9AE}" pid="12" name="_ExtendedDescription">
    <vt:lpwstr/>
  </property>
</Properties>
</file>