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6"/>
  </p:notesMasterIdLst>
  <p:sldIdLst>
    <p:sldId id="258" r:id="rId5"/>
    <p:sldId id="263" r:id="rId6"/>
    <p:sldId id="264" r:id="rId7"/>
    <p:sldId id="280" r:id="rId8"/>
    <p:sldId id="257" r:id="rId9"/>
    <p:sldId id="265" r:id="rId10"/>
    <p:sldId id="285" r:id="rId11"/>
    <p:sldId id="266" r:id="rId12"/>
    <p:sldId id="284" r:id="rId13"/>
    <p:sldId id="279" r:id="rId14"/>
    <p:sldId id="270" r:id="rId1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F74B4-1AD0-4E0D-93FA-8E1B399C96F6}" v="2" dt="2024-04-16T06:06:37.215"/>
    <p1510:client id="{9E42BCDD-9896-4E6C-850D-A83B53075EF7}" v="9" dt="2024-04-15T17:03:55.669"/>
    <p1510:client id="{EC94E812-5C31-4357-9EAF-E6ED6F59D528}" v="9" dt="2024-04-15T19:14:23.49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6327"/>
  </p:normalViewPr>
  <p:slideViewPr>
    <p:cSldViewPr snapToGrid="0" snapToObjects="1">
      <p:cViewPr varScale="1">
        <p:scale>
          <a:sx n="147" d="100"/>
          <a:sy n="147" d="100"/>
        </p:scale>
        <p:origin x="60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leijwegt, Mark" userId="S::klem06@rocmondriaan.nl::a0bc88e8-58c9-4d1a-b81a-11ee91d0acb1" providerId="AD" clId="Web-{EC94E812-5C31-4357-9EAF-E6ED6F59D528}"/>
    <pc:docChg chg="modSld">
      <pc:chgData name="Kleijwegt, Mark" userId="S::klem06@rocmondriaan.nl::a0bc88e8-58c9-4d1a-b81a-11ee91d0acb1" providerId="AD" clId="Web-{EC94E812-5C31-4357-9EAF-E6ED6F59D528}" dt="2024-04-15T19:14:23.493" v="8" actId="20577"/>
      <pc:docMkLst>
        <pc:docMk/>
      </pc:docMkLst>
      <pc:sldChg chg="modSp">
        <pc:chgData name="Kleijwegt, Mark" userId="S::klem06@rocmondriaan.nl::a0bc88e8-58c9-4d1a-b81a-11ee91d0acb1" providerId="AD" clId="Web-{EC94E812-5C31-4357-9EAF-E6ED6F59D528}" dt="2024-04-15T19:13:27.538" v="2" actId="20577"/>
        <pc:sldMkLst>
          <pc:docMk/>
          <pc:sldMk cId="4130192829" sldId="264"/>
        </pc:sldMkLst>
        <pc:spChg chg="mod">
          <ac:chgData name="Kleijwegt, Mark" userId="S::klem06@rocmondriaan.nl::a0bc88e8-58c9-4d1a-b81a-11ee91d0acb1" providerId="AD" clId="Web-{EC94E812-5C31-4357-9EAF-E6ED6F59D528}" dt="2024-04-15T19:13:27.538" v="2" actId="20577"/>
          <ac:spMkLst>
            <pc:docMk/>
            <pc:sldMk cId="4130192829" sldId="264"/>
            <ac:spMk id="3" creationId="{B87D7925-38FB-F4E5-D9C1-90D62DD88441}"/>
          </ac:spMkLst>
        </pc:spChg>
      </pc:sldChg>
      <pc:sldChg chg="modSp">
        <pc:chgData name="Kleijwegt, Mark" userId="S::klem06@rocmondriaan.nl::a0bc88e8-58c9-4d1a-b81a-11ee91d0acb1" providerId="AD" clId="Web-{EC94E812-5C31-4357-9EAF-E6ED6F59D528}" dt="2024-04-15T19:14:23.493" v="8" actId="20577"/>
        <pc:sldMkLst>
          <pc:docMk/>
          <pc:sldMk cId="2529186520" sldId="265"/>
        </pc:sldMkLst>
        <pc:spChg chg="mod">
          <ac:chgData name="Kleijwegt, Mark" userId="S::klem06@rocmondriaan.nl::a0bc88e8-58c9-4d1a-b81a-11ee91d0acb1" providerId="AD" clId="Web-{EC94E812-5C31-4357-9EAF-E6ED6F59D528}" dt="2024-04-15T19:14:23.493" v="8" actId="20577"/>
          <ac:spMkLst>
            <pc:docMk/>
            <pc:sldMk cId="2529186520" sldId="265"/>
            <ac:spMk id="16" creationId="{A4523254-1982-AC2C-5C29-752165A69FEE}"/>
          </ac:spMkLst>
        </pc:spChg>
      </pc:sldChg>
    </pc:docChg>
  </pc:docChgLst>
  <pc:docChgLst>
    <pc:chgData name="Auerbach, Michiel" userId="515bf18e-b387-4cf3-acfd-4a53dc30f1a5" providerId="ADAL" clId="{49E6B7ED-FA3D-406A-925E-3343E28E87F5}"/>
    <pc:docChg chg="undo custSel addSld modSld">
      <pc:chgData name="Auerbach, Michiel" userId="515bf18e-b387-4cf3-acfd-4a53dc30f1a5" providerId="ADAL" clId="{49E6B7ED-FA3D-406A-925E-3343E28E87F5}" dt="2024-04-09T05:34:41.840" v="551" actId="20577"/>
      <pc:docMkLst>
        <pc:docMk/>
      </pc:docMkLst>
      <pc:sldChg chg="modSp mod">
        <pc:chgData name="Auerbach, Michiel" userId="515bf18e-b387-4cf3-acfd-4a53dc30f1a5" providerId="ADAL" clId="{49E6B7ED-FA3D-406A-925E-3343E28E87F5}" dt="2024-04-09T05:29:46.443" v="70" actId="6549"/>
        <pc:sldMkLst>
          <pc:docMk/>
          <pc:sldMk cId="4130192829" sldId="264"/>
        </pc:sldMkLst>
        <pc:spChg chg="mod">
          <ac:chgData name="Auerbach, Michiel" userId="515bf18e-b387-4cf3-acfd-4a53dc30f1a5" providerId="ADAL" clId="{49E6B7ED-FA3D-406A-925E-3343E28E87F5}" dt="2024-04-09T05:29:46.443" v="70" actId="6549"/>
          <ac:spMkLst>
            <pc:docMk/>
            <pc:sldMk cId="4130192829" sldId="264"/>
            <ac:spMk id="3" creationId="{B87D7925-38FB-F4E5-D9C1-90D62DD88441}"/>
          </ac:spMkLst>
        </pc:spChg>
      </pc:sldChg>
      <pc:sldChg chg="modSp mod">
        <pc:chgData name="Auerbach, Michiel" userId="515bf18e-b387-4cf3-acfd-4a53dc30f1a5" providerId="ADAL" clId="{49E6B7ED-FA3D-406A-925E-3343E28E87F5}" dt="2024-04-09T05:34:03.581" v="542" actId="113"/>
        <pc:sldMkLst>
          <pc:docMk/>
          <pc:sldMk cId="2529186520" sldId="265"/>
        </pc:sldMkLst>
        <pc:spChg chg="mod">
          <ac:chgData name="Auerbach, Michiel" userId="515bf18e-b387-4cf3-acfd-4a53dc30f1a5" providerId="ADAL" clId="{49E6B7ED-FA3D-406A-925E-3343E28E87F5}" dt="2024-04-09T05:34:03.581" v="542" actId="113"/>
          <ac:spMkLst>
            <pc:docMk/>
            <pc:sldMk cId="2529186520" sldId="265"/>
            <ac:spMk id="16" creationId="{A4523254-1982-AC2C-5C29-752165A69FEE}"/>
          </ac:spMkLst>
        </pc:spChg>
      </pc:sldChg>
      <pc:sldChg chg="modSp mod">
        <pc:chgData name="Auerbach, Michiel" userId="515bf18e-b387-4cf3-acfd-4a53dc30f1a5" providerId="ADAL" clId="{49E6B7ED-FA3D-406A-925E-3343E28E87F5}" dt="2024-04-09T05:34:24.892" v="547" actId="113"/>
        <pc:sldMkLst>
          <pc:docMk/>
          <pc:sldMk cId="1385117169" sldId="267"/>
        </pc:sldMkLst>
        <pc:spChg chg="mod">
          <ac:chgData name="Auerbach, Michiel" userId="515bf18e-b387-4cf3-acfd-4a53dc30f1a5" providerId="ADAL" clId="{49E6B7ED-FA3D-406A-925E-3343E28E87F5}" dt="2024-04-09T05:34:24.892" v="547" actId="113"/>
          <ac:spMkLst>
            <pc:docMk/>
            <pc:sldMk cId="1385117169" sldId="267"/>
            <ac:spMk id="7" creationId="{DACFF566-1EC9-A408-6096-E0BC117B6770}"/>
          </ac:spMkLst>
        </pc:spChg>
      </pc:sldChg>
      <pc:sldChg chg="modSp mod">
        <pc:chgData name="Auerbach, Michiel" userId="515bf18e-b387-4cf3-acfd-4a53dc30f1a5" providerId="ADAL" clId="{49E6B7ED-FA3D-406A-925E-3343E28E87F5}" dt="2024-04-09T05:34:41.840" v="551" actId="20577"/>
        <pc:sldMkLst>
          <pc:docMk/>
          <pc:sldMk cId="195677048" sldId="268"/>
        </pc:sldMkLst>
        <pc:spChg chg="mod">
          <ac:chgData name="Auerbach, Michiel" userId="515bf18e-b387-4cf3-acfd-4a53dc30f1a5" providerId="ADAL" clId="{49E6B7ED-FA3D-406A-925E-3343E28E87F5}" dt="2024-04-09T05:34:41.840" v="551" actId="20577"/>
          <ac:spMkLst>
            <pc:docMk/>
            <pc:sldMk cId="195677048" sldId="268"/>
            <ac:spMk id="10" creationId="{460A81E9-EAEF-5983-D1C7-2CDD75C05492}"/>
          </ac:spMkLst>
        </pc:spChg>
      </pc:sldChg>
      <pc:sldChg chg="modSp mod">
        <pc:chgData name="Auerbach, Michiel" userId="515bf18e-b387-4cf3-acfd-4a53dc30f1a5" providerId="ADAL" clId="{49E6B7ED-FA3D-406A-925E-3343E28E87F5}" dt="2024-04-08T11:11:21.473" v="17" actId="20577"/>
        <pc:sldMkLst>
          <pc:docMk/>
          <pc:sldMk cId="1326252306" sldId="279"/>
        </pc:sldMkLst>
        <pc:spChg chg="mod">
          <ac:chgData name="Auerbach, Michiel" userId="515bf18e-b387-4cf3-acfd-4a53dc30f1a5" providerId="ADAL" clId="{49E6B7ED-FA3D-406A-925E-3343E28E87F5}" dt="2024-04-08T11:11:21.473" v="17" actId="20577"/>
          <ac:spMkLst>
            <pc:docMk/>
            <pc:sldMk cId="1326252306" sldId="279"/>
            <ac:spMk id="2" creationId="{A6763ED0-00C0-271A-AEB8-F6F115A50B68}"/>
          </ac:spMkLst>
        </pc:spChg>
      </pc:sldChg>
      <pc:sldChg chg="modSp add mod">
        <pc:chgData name="Auerbach, Michiel" userId="515bf18e-b387-4cf3-acfd-4a53dc30f1a5" providerId="ADAL" clId="{49E6B7ED-FA3D-406A-925E-3343E28E87F5}" dt="2024-04-09T05:33:42.450" v="541" actId="20577"/>
        <pc:sldMkLst>
          <pc:docMk/>
          <pc:sldMk cId="4213172739" sldId="280"/>
        </pc:sldMkLst>
        <pc:spChg chg="mod">
          <ac:chgData name="Auerbach, Michiel" userId="515bf18e-b387-4cf3-acfd-4a53dc30f1a5" providerId="ADAL" clId="{49E6B7ED-FA3D-406A-925E-3343E28E87F5}" dt="2024-04-09T05:33:42.450" v="541" actId="20577"/>
          <ac:spMkLst>
            <pc:docMk/>
            <pc:sldMk cId="4213172739" sldId="280"/>
            <ac:spMk id="2" creationId="{A6763ED0-00C0-271A-AEB8-F6F115A50B68}"/>
          </ac:spMkLst>
        </pc:spChg>
      </pc:sldChg>
    </pc:docChg>
  </pc:docChgLst>
  <pc:docChgLst>
    <pc:chgData name="Auerbach, Michiel" userId="515bf18e-b387-4cf3-acfd-4a53dc30f1a5" providerId="ADAL" clId="{117166CE-878B-458A-8C6B-DAC3140727D3}"/>
    <pc:docChg chg="undo custSel addSld delSld modSld sldOrd">
      <pc:chgData name="Auerbach, Michiel" userId="515bf18e-b387-4cf3-acfd-4a53dc30f1a5" providerId="ADAL" clId="{117166CE-878B-458A-8C6B-DAC3140727D3}" dt="2024-04-08T06:02:46.973" v="2998" actId="47"/>
      <pc:docMkLst>
        <pc:docMk/>
      </pc:docMkLst>
      <pc:sldChg chg="addSp delSp modSp mod modClrScheme chgLayout">
        <pc:chgData name="Auerbach, Michiel" userId="515bf18e-b387-4cf3-acfd-4a53dc30f1a5" providerId="ADAL" clId="{117166CE-878B-458A-8C6B-DAC3140727D3}" dt="2024-04-08T05:47:44.497" v="1512" actId="20577"/>
        <pc:sldMkLst>
          <pc:docMk/>
          <pc:sldMk cId="2125893649" sldId="257"/>
        </pc:sldMkLst>
        <pc:spChg chg="mod">
          <ac:chgData name="Auerbach, Michiel" userId="515bf18e-b387-4cf3-acfd-4a53dc30f1a5" providerId="ADAL" clId="{117166CE-878B-458A-8C6B-DAC3140727D3}" dt="2024-04-08T05:46:14.074" v="972" actId="26606"/>
          <ac:spMkLst>
            <pc:docMk/>
            <pc:sldMk cId="2125893649" sldId="257"/>
            <ac:spMk id="2" creationId="{6DE9B91B-F14E-2043-BD76-96190A054D83}"/>
          </ac:spMkLst>
        </pc:spChg>
        <pc:spChg chg="del">
          <ac:chgData name="Auerbach, Michiel" userId="515bf18e-b387-4cf3-acfd-4a53dc30f1a5" providerId="ADAL" clId="{117166CE-878B-458A-8C6B-DAC3140727D3}" dt="2024-04-08T05:46:10.947" v="969"/>
          <ac:spMkLst>
            <pc:docMk/>
            <pc:sldMk cId="2125893649" sldId="257"/>
            <ac:spMk id="3" creationId="{8736748A-7232-ED40-9756-84B040FA550A}"/>
          </ac:spMkLst>
        </pc:spChg>
        <pc:spChg chg="mod">
          <ac:chgData name="Auerbach, Michiel" userId="515bf18e-b387-4cf3-acfd-4a53dc30f1a5" providerId="ADAL" clId="{117166CE-878B-458A-8C6B-DAC3140727D3}" dt="2024-04-08T05:46:14.074" v="972" actId="26606"/>
          <ac:spMkLst>
            <pc:docMk/>
            <pc:sldMk cId="2125893649" sldId="257"/>
            <ac:spMk id="4" creationId="{4588B78B-2266-8940-A691-F18E05B7EDA5}"/>
          </ac:spMkLst>
        </pc:spChg>
        <pc:spChg chg="mod">
          <ac:chgData name="Auerbach, Michiel" userId="515bf18e-b387-4cf3-acfd-4a53dc30f1a5" providerId="ADAL" clId="{117166CE-878B-458A-8C6B-DAC3140727D3}" dt="2024-04-08T05:46:14.074" v="972" actId="26606"/>
          <ac:spMkLst>
            <pc:docMk/>
            <pc:sldMk cId="2125893649" sldId="257"/>
            <ac:spMk id="5" creationId="{0CC20958-DDDF-3D4B-B602-21D0FE4D8357}"/>
          </ac:spMkLst>
        </pc:spChg>
        <pc:spChg chg="mod">
          <ac:chgData name="Auerbach, Michiel" userId="515bf18e-b387-4cf3-acfd-4a53dc30f1a5" providerId="ADAL" clId="{117166CE-878B-458A-8C6B-DAC3140727D3}" dt="2024-04-08T05:46:14.074" v="972" actId="26606"/>
          <ac:spMkLst>
            <pc:docMk/>
            <pc:sldMk cId="2125893649" sldId="257"/>
            <ac:spMk id="6" creationId="{19D79C34-DE15-C547-9D5D-ACB58DB93BB3}"/>
          </ac:spMkLst>
        </pc:spChg>
        <pc:spChg chg="add mod">
          <ac:chgData name="Auerbach, Michiel" userId="515bf18e-b387-4cf3-acfd-4a53dc30f1a5" providerId="ADAL" clId="{117166CE-878B-458A-8C6B-DAC3140727D3}" dt="2024-04-08T05:47:44.497" v="1512" actId="20577"/>
          <ac:spMkLst>
            <pc:docMk/>
            <pc:sldMk cId="2125893649" sldId="257"/>
            <ac:spMk id="13" creationId="{32750A62-855E-0E93-83E2-641A5D2106EE}"/>
          </ac:spMkLst>
        </pc:spChg>
        <pc:picChg chg="add mod">
          <ac:chgData name="Auerbach, Michiel" userId="515bf18e-b387-4cf3-acfd-4a53dc30f1a5" providerId="ADAL" clId="{117166CE-878B-458A-8C6B-DAC3140727D3}" dt="2024-04-08T05:46:14.074" v="972" actId="26606"/>
          <ac:picMkLst>
            <pc:docMk/>
            <pc:sldMk cId="2125893649" sldId="257"/>
            <ac:picMk id="8" creationId="{52889A8D-E701-CD3C-29A8-33E8DFEBF464}"/>
          </ac:picMkLst>
        </pc:picChg>
      </pc:sldChg>
      <pc:sldChg chg="addSp delSp modSp mod">
        <pc:chgData name="Auerbach, Michiel" userId="515bf18e-b387-4cf3-acfd-4a53dc30f1a5" providerId="ADAL" clId="{117166CE-878B-458A-8C6B-DAC3140727D3}" dt="2024-04-08T05:37:56.445" v="60" actId="962"/>
        <pc:sldMkLst>
          <pc:docMk/>
          <pc:sldMk cId="4054382824" sldId="258"/>
        </pc:sldMkLst>
        <pc:spChg chg="mod">
          <ac:chgData name="Auerbach, Michiel" userId="515bf18e-b387-4cf3-acfd-4a53dc30f1a5" providerId="ADAL" clId="{117166CE-878B-458A-8C6B-DAC3140727D3}" dt="2024-04-08T05:36:45.931" v="44" actId="20577"/>
          <ac:spMkLst>
            <pc:docMk/>
            <pc:sldMk cId="4054382824" sldId="258"/>
            <ac:spMk id="2" creationId="{C21C2B8E-C7F7-3690-4245-778F1DA4FCB8}"/>
          </ac:spMkLst>
        </pc:spChg>
        <pc:spChg chg="mod">
          <ac:chgData name="Auerbach, Michiel" userId="515bf18e-b387-4cf3-acfd-4a53dc30f1a5" providerId="ADAL" clId="{117166CE-878B-458A-8C6B-DAC3140727D3}" dt="2024-04-08T05:36:50.699" v="57" actId="20577"/>
          <ac:spMkLst>
            <pc:docMk/>
            <pc:sldMk cId="4054382824" sldId="258"/>
            <ac:spMk id="3" creationId="{CF1576D1-BC63-FD14-C360-8042F69D724D}"/>
          </ac:spMkLst>
        </pc:spChg>
        <pc:spChg chg="del">
          <ac:chgData name="Auerbach, Michiel" userId="515bf18e-b387-4cf3-acfd-4a53dc30f1a5" providerId="ADAL" clId="{117166CE-878B-458A-8C6B-DAC3140727D3}" dt="2024-04-08T05:37:54.139" v="58"/>
          <ac:spMkLst>
            <pc:docMk/>
            <pc:sldMk cId="4054382824" sldId="258"/>
            <ac:spMk id="7" creationId="{0116B041-6850-0C87-10A4-1C5C7B34F820}"/>
          </ac:spMkLst>
        </pc:spChg>
        <pc:picChg chg="add mod">
          <ac:chgData name="Auerbach, Michiel" userId="515bf18e-b387-4cf3-acfd-4a53dc30f1a5" providerId="ADAL" clId="{117166CE-878B-458A-8C6B-DAC3140727D3}" dt="2024-04-08T05:37:56.445" v="60" actId="962"/>
          <ac:picMkLst>
            <pc:docMk/>
            <pc:sldMk cId="4054382824" sldId="258"/>
            <ac:picMk id="9" creationId="{67F53E65-7665-8CB1-B66B-A6859E8A3745}"/>
          </ac:picMkLst>
        </pc:picChg>
      </pc:sldChg>
      <pc:sldChg chg="del">
        <pc:chgData name="Auerbach, Michiel" userId="515bf18e-b387-4cf3-acfd-4a53dc30f1a5" providerId="ADAL" clId="{117166CE-878B-458A-8C6B-DAC3140727D3}" dt="2024-04-08T05:38:12.811" v="61" actId="2696"/>
        <pc:sldMkLst>
          <pc:docMk/>
          <pc:sldMk cId="3722502443" sldId="259"/>
        </pc:sldMkLst>
      </pc:sldChg>
      <pc:sldChg chg="del">
        <pc:chgData name="Auerbach, Michiel" userId="515bf18e-b387-4cf3-acfd-4a53dc30f1a5" providerId="ADAL" clId="{117166CE-878B-458A-8C6B-DAC3140727D3}" dt="2024-04-08T06:02:46.973" v="2998" actId="47"/>
        <pc:sldMkLst>
          <pc:docMk/>
          <pc:sldMk cId="3772822615" sldId="260"/>
        </pc:sldMkLst>
      </pc:sldChg>
      <pc:sldChg chg="del">
        <pc:chgData name="Auerbach, Michiel" userId="515bf18e-b387-4cf3-acfd-4a53dc30f1a5" providerId="ADAL" clId="{117166CE-878B-458A-8C6B-DAC3140727D3}" dt="2024-04-08T06:02:46.973" v="2998" actId="47"/>
        <pc:sldMkLst>
          <pc:docMk/>
          <pc:sldMk cId="3911183481" sldId="261"/>
        </pc:sldMkLst>
      </pc:sldChg>
      <pc:sldChg chg="del">
        <pc:chgData name="Auerbach, Michiel" userId="515bf18e-b387-4cf3-acfd-4a53dc30f1a5" providerId="ADAL" clId="{117166CE-878B-458A-8C6B-DAC3140727D3}" dt="2024-04-08T06:02:46.973" v="2998" actId="47"/>
        <pc:sldMkLst>
          <pc:docMk/>
          <pc:sldMk cId="3519690427" sldId="262"/>
        </pc:sldMkLst>
      </pc:sldChg>
      <pc:sldChg chg="modSp mod">
        <pc:chgData name="Auerbach, Michiel" userId="515bf18e-b387-4cf3-acfd-4a53dc30f1a5" providerId="ADAL" clId="{117166CE-878B-458A-8C6B-DAC3140727D3}" dt="2024-04-08T05:51:40.838" v="2017"/>
        <pc:sldMkLst>
          <pc:docMk/>
          <pc:sldMk cId="266482769" sldId="263"/>
        </pc:sldMkLst>
        <pc:spChg chg="mod">
          <ac:chgData name="Auerbach, Michiel" userId="515bf18e-b387-4cf3-acfd-4a53dc30f1a5" providerId="ADAL" clId="{117166CE-878B-458A-8C6B-DAC3140727D3}" dt="2024-04-08T05:51:40.838" v="2017"/>
          <ac:spMkLst>
            <pc:docMk/>
            <pc:sldMk cId="266482769" sldId="263"/>
            <ac:spMk id="2" creationId="{399FF532-816D-0D66-0718-6E9BF408188F}"/>
          </ac:spMkLst>
        </pc:spChg>
      </pc:sldChg>
      <pc:sldChg chg="modSp mod">
        <pc:chgData name="Auerbach, Michiel" userId="515bf18e-b387-4cf3-acfd-4a53dc30f1a5" providerId="ADAL" clId="{117166CE-878B-458A-8C6B-DAC3140727D3}" dt="2024-04-08T05:44:48.920" v="953" actId="114"/>
        <pc:sldMkLst>
          <pc:docMk/>
          <pc:sldMk cId="4130192829" sldId="264"/>
        </pc:sldMkLst>
        <pc:spChg chg="mod">
          <ac:chgData name="Auerbach, Michiel" userId="515bf18e-b387-4cf3-acfd-4a53dc30f1a5" providerId="ADAL" clId="{117166CE-878B-458A-8C6B-DAC3140727D3}" dt="2024-04-08T05:39:52.834" v="335" actId="20577"/>
          <ac:spMkLst>
            <pc:docMk/>
            <pc:sldMk cId="4130192829" sldId="264"/>
            <ac:spMk id="2" creationId="{C95823C7-553E-DC3D-CF01-D0D2060A2E19}"/>
          </ac:spMkLst>
        </pc:spChg>
        <pc:spChg chg="mod">
          <ac:chgData name="Auerbach, Michiel" userId="515bf18e-b387-4cf3-acfd-4a53dc30f1a5" providerId="ADAL" clId="{117166CE-878B-458A-8C6B-DAC3140727D3}" dt="2024-04-08T05:44:48.920" v="953" actId="114"/>
          <ac:spMkLst>
            <pc:docMk/>
            <pc:sldMk cId="4130192829" sldId="264"/>
            <ac:spMk id="3" creationId="{B87D7925-38FB-F4E5-D9C1-90D62DD88441}"/>
          </ac:spMkLst>
        </pc:spChg>
      </pc:sldChg>
      <pc:sldChg chg="addSp delSp modSp mod">
        <pc:chgData name="Auerbach, Michiel" userId="515bf18e-b387-4cf3-acfd-4a53dc30f1a5" providerId="ADAL" clId="{117166CE-878B-458A-8C6B-DAC3140727D3}" dt="2024-04-08T05:51:49.920" v="2029" actId="20577"/>
        <pc:sldMkLst>
          <pc:docMk/>
          <pc:sldMk cId="2529186520" sldId="265"/>
        </pc:sldMkLst>
        <pc:spChg chg="del">
          <ac:chgData name="Auerbach, Michiel" userId="515bf18e-b387-4cf3-acfd-4a53dc30f1a5" providerId="ADAL" clId="{117166CE-878B-458A-8C6B-DAC3140727D3}" dt="2024-04-08T05:49:17.756" v="1516" actId="26606"/>
          <ac:spMkLst>
            <pc:docMk/>
            <pc:sldMk cId="2529186520" sldId="265"/>
            <ac:spMk id="2" creationId="{53AE2D29-D57A-7DD5-7A69-602BED7C21A4}"/>
          </ac:spMkLst>
        </pc:spChg>
        <pc:spChg chg="del">
          <ac:chgData name="Auerbach, Michiel" userId="515bf18e-b387-4cf3-acfd-4a53dc30f1a5" providerId="ADAL" clId="{117166CE-878B-458A-8C6B-DAC3140727D3}" dt="2024-04-08T05:49:14.886" v="1513"/>
          <ac:spMkLst>
            <pc:docMk/>
            <pc:sldMk cId="2529186520" sldId="265"/>
            <ac:spMk id="3" creationId="{9F980DEC-F555-A60D-A83E-3C959A3BD55E}"/>
          </ac:spMkLst>
        </pc:spChg>
        <pc:spChg chg="del">
          <ac:chgData name="Auerbach, Michiel" userId="515bf18e-b387-4cf3-acfd-4a53dc30f1a5" providerId="ADAL" clId="{117166CE-878B-458A-8C6B-DAC3140727D3}" dt="2024-04-08T05:49:17.756" v="1516" actId="26606"/>
          <ac:spMkLst>
            <pc:docMk/>
            <pc:sldMk cId="2529186520" sldId="265"/>
            <ac:spMk id="4" creationId="{9DBDFD4C-BCF5-7673-840B-54FB1D8E2582}"/>
          </ac:spMkLst>
        </pc:spChg>
        <pc:spChg chg="mod">
          <ac:chgData name="Auerbach, Michiel" userId="515bf18e-b387-4cf3-acfd-4a53dc30f1a5" providerId="ADAL" clId="{117166CE-878B-458A-8C6B-DAC3140727D3}" dt="2024-04-08T05:49:17.756" v="1516" actId="26606"/>
          <ac:spMkLst>
            <pc:docMk/>
            <pc:sldMk cId="2529186520" sldId="265"/>
            <ac:spMk id="5" creationId="{9B11CF62-D499-5B92-3E89-3D263FD11D40}"/>
          </ac:spMkLst>
        </pc:spChg>
        <pc:spChg chg="mod">
          <ac:chgData name="Auerbach, Michiel" userId="515bf18e-b387-4cf3-acfd-4a53dc30f1a5" providerId="ADAL" clId="{117166CE-878B-458A-8C6B-DAC3140727D3}" dt="2024-04-08T05:49:17.756" v="1516" actId="26606"/>
          <ac:spMkLst>
            <pc:docMk/>
            <pc:sldMk cId="2529186520" sldId="265"/>
            <ac:spMk id="6" creationId="{47A39FA0-A0F0-3DEB-C81B-0B0C53898DCA}"/>
          </ac:spMkLst>
        </pc:spChg>
        <pc:spChg chg="mod">
          <ac:chgData name="Auerbach, Michiel" userId="515bf18e-b387-4cf3-acfd-4a53dc30f1a5" providerId="ADAL" clId="{117166CE-878B-458A-8C6B-DAC3140727D3}" dt="2024-04-08T05:49:17.756" v="1516" actId="26606"/>
          <ac:spMkLst>
            <pc:docMk/>
            <pc:sldMk cId="2529186520" sldId="265"/>
            <ac:spMk id="7" creationId="{A2BB1F2F-169A-6967-4B94-C7ACA3EC91D9}"/>
          </ac:spMkLst>
        </pc:spChg>
        <pc:spChg chg="add mod">
          <ac:chgData name="Auerbach, Michiel" userId="515bf18e-b387-4cf3-acfd-4a53dc30f1a5" providerId="ADAL" clId="{117166CE-878B-458A-8C6B-DAC3140727D3}" dt="2024-04-08T05:49:29.331" v="1554" actId="20577"/>
          <ac:spMkLst>
            <pc:docMk/>
            <pc:sldMk cId="2529186520" sldId="265"/>
            <ac:spMk id="14" creationId="{FB52F9B5-C6C4-1D68-8015-E6ED7A37B8D4}"/>
          </ac:spMkLst>
        </pc:spChg>
        <pc:spChg chg="add mod">
          <ac:chgData name="Auerbach, Michiel" userId="515bf18e-b387-4cf3-acfd-4a53dc30f1a5" providerId="ADAL" clId="{117166CE-878B-458A-8C6B-DAC3140727D3}" dt="2024-04-08T05:51:49.920" v="2029" actId="20577"/>
          <ac:spMkLst>
            <pc:docMk/>
            <pc:sldMk cId="2529186520" sldId="265"/>
            <ac:spMk id="16" creationId="{A4523254-1982-AC2C-5C29-752165A69FEE}"/>
          </ac:spMkLst>
        </pc:spChg>
        <pc:picChg chg="add mod">
          <ac:chgData name="Auerbach, Michiel" userId="515bf18e-b387-4cf3-acfd-4a53dc30f1a5" providerId="ADAL" clId="{117166CE-878B-458A-8C6B-DAC3140727D3}" dt="2024-04-08T05:49:17.756" v="1516" actId="26606"/>
          <ac:picMkLst>
            <pc:docMk/>
            <pc:sldMk cId="2529186520" sldId="265"/>
            <ac:picMk id="9" creationId="{C8F64B69-A179-C99D-5586-F507438ECC4F}"/>
          </ac:picMkLst>
        </pc:picChg>
      </pc:sldChg>
      <pc:sldChg chg="modSp mod ord">
        <pc:chgData name="Auerbach, Michiel" userId="515bf18e-b387-4cf3-acfd-4a53dc30f1a5" providerId="ADAL" clId="{117166CE-878B-458A-8C6B-DAC3140727D3}" dt="2024-04-08T05:59:19.235" v="2657" actId="20577"/>
        <pc:sldMkLst>
          <pc:docMk/>
          <pc:sldMk cId="3580385872" sldId="266"/>
        </pc:sldMkLst>
        <pc:spChg chg="mod">
          <ac:chgData name="Auerbach, Michiel" userId="515bf18e-b387-4cf3-acfd-4a53dc30f1a5" providerId="ADAL" clId="{117166CE-878B-458A-8C6B-DAC3140727D3}" dt="2024-04-08T05:59:19.235" v="2657" actId="20577"/>
          <ac:spMkLst>
            <pc:docMk/>
            <pc:sldMk cId="3580385872" sldId="266"/>
            <ac:spMk id="2" creationId="{A6763ED0-00C0-271A-AEB8-F6F115A50B68}"/>
          </ac:spMkLst>
        </pc:spChg>
      </pc:sldChg>
      <pc:sldChg chg="addSp delSp modSp mod">
        <pc:chgData name="Auerbach, Michiel" userId="515bf18e-b387-4cf3-acfd-4a53dc30f1a5" providerId="ADAL" clId="{117166CE-878B-458A-8C6B-DAC3140727D3}" dt="2024-04-08T05:58:20.689" v="2544" actId="207"/>
        <pc:sldMkLst>
          <pc:docMk/>
          <pc:sldMk cId="1385117169" sldId="267"/>
        </pc:sldMkLst>
        <pc:spChg chg="mod">
          <ac:chgData name="Auerbach, Michiel" userId="515bf18e-b387-4cf3-acfd-4a53dc30f1a5" providerId="ADAL" clId="{117166CE-878B-458A-8C6B-DAC3140727D3}" dt="2024-04-08T05:55:17.094" v="2053" actId="20577"/>
          <ac:spMkLst>
            <pc:docMk/>
            <pc:sldMk cId="1385117169" sldId="267"/>
            <ac:spMk id="2" creationId="{E0BDFEE6-5196-5B88-D929-FB0393C31E16}"/>
          </ac:spMkLst>
        </pc:spChg>
        <pc:spChg chg="del">
          <ac:chgData name="Auerbach, Michiel" userId="515bf18e-b387-4cf3-acfd-4a53dc30f1a5" providerId="ADAL" clId="{117166CE-878B-458A-8C6B-DAC3140727D3}" dt="2024-04-08T05:54:35.032" v="2030" actId="22"/>
          <ac:spMkLst>
            <pc:docMk/>
            <pc:sldMk cId="1385117169" sldId="267"/>
            <ac:spMk id="6" creationId="{94697A0C-1FB1-3D80-0906-9520ABF2B88B}"/>
          </ac:spMkLst>
        </pc:spChg>
        <pc:spChg chg="mod">
          <ac:chgData name="Auerbach, Michiel" userId="515bf18e-b387-4cf3-acfd-4a53dc30f1a5" providerId="ADAL" clId="{117166CE-878B-458A-8C6B-DAC3140727D3}" dt="2024-04-08T05:58:20.689" v="2544" actId="207"/>
          <ac:spMkLst>
            <pc:docMk/>
            <pc:sldMk cId="1385117169" sldId="267"/>
            <ac:spMk id="7" creationId="{DACFF566-1EC9-A408-6096-E0BC117B6770}"/>
          </ac:spMkLst>
        </pc:spChg>
        <pc:picChg chg="add mod ord">
          <ac:chgData name="Auerbach, Michiel" userId="515bf18e-b387-4cf3-acfd-4a53dc30f1a5" providerId="ADAL" clId="{117166CE-878B-458A-8C6B-DAC3140727D3}" dt="2024-04-08T05:54:35.032" v="2030" actId="22"/>
          <ac:picMkLst>
            <pc:docMk/>
            <pc:sldMk cId="1385117169" sldId="267"/>
            <ac:picMk id="9" creationId="{6768D9AD-B148-4BC6-9BA8-CC56380CCE81}"/>
          </ac:picMkLst>
        </pc:picChg>
      </pc:sldChg>
      <pc:sldChg chg="addSp delSp modSp mod modClrScheme chgLayout">
        <pc:chgData name="Auerbach, Michiel" userId="515bf18e-b387-4cf3-acfd-4a53dc30f1a5" providerId="ADAL" clId="{117166CE-878B-458A-8C6B-DAC3140727D3}" dt="2024-04-08T06:01:57.419" v="2873" actId="20577"/>
        <pc:sldMkLst>
          <pc:docMk/>
          <pc:sldMk cId="195677048" sldId="268"/>
        </pc:sldMkLst>
        <pc:spChg chg="del">
          <ac:chgData name="Auerbach, Michiel" userId="515bf18e-b387-4cf3-acfd-4a53dc30f1a5" providerId="ADAL" clId="{117166CE-878B-458A-8C6B-DAC3140727D3}" dt="2024-04-08T05:59:57.812" v="2679" actId="26606"/>
          <ac:spMkLst>
            <pc:docMk/>
            <pc:sldMk cId="195677048" sldId="268"/>
            <ac:spMk id="2" creationId="{6C866DDF-1922-D893-4185-45A5CC45B479}"/>
          </ac:spMkLst>
        </pc:spChg>
        <pc:spChg chg="mod ord">
          <ac:chgData name="Auerbach, Michiel" userId="515bf18e-b387-4cf3-acfd-4a53dc30f1a5" providerId="ADAL" clId="{117166CE-878B-458A-8C6B-DAC3140727D3}" dt="2024-04-08T06:00:24.855" v="2703" actId="700"/>
          <ac:spMkLst>
            <pc:docMk/>
            <pc:sldMk cId="195677048" sldId="268"/>
            <ac:spMk id="3" creationId="{D947A20B-4B70-6B93-7CE7-3457931DA112}"/>
          </ac:spMkLst>
        </pc:spChg>
        <pc:spChg chg="mod ord">
          <ac:chgData name="Auerbach, Michiel" userId="515bf18e-b387-4cf3-acfd-4a53dc30f1a5" providerId="ADAL" clId="{117166CE-878B-458A-8C6B-DAC3140727D3}" dt="2024-04-08T06:00:24.855" v="2703" actId="700"/>
          <ac:spMkLst>
            <pc:docMk/>
            <pc:sldMk cId="195677048" sldId="268"/>
            <ac:spMk id="4" creationId="{89601BE0-3C11-461A-AF01-A94699CBCAE6}"/>
          </ac:spMkLst>
        </pc:spChg>
        <pc:spChg chg="mod ord">
          <ac:chgData name="Auerbach, Michiel" userId="515bf18e-b387-4cf3-acfd-4a53dc30f1a5" providerId="ADAL" clId="{117166CE-878B-458A-8C6B-DAC3140727D3}" dt="2024-04-08T06:00:24.855" v="2703" actId="700"/>
          <ac:spMkLst>
            <pc:docMk/>
            <pc:sldMk cId="195677048" sldId="268"/>
            <ac:spMk id="5" creationId="{68AB4285-B98B-1965-9EC4-6EC319903810}"/>
          </ac:spMkLst>
        </pc:spChg>
        <pc:spChg chg="add del mod ord">
          <ac:chgData name="Auerbach, Michiel" userId="515bf18e-b387-4cf3-acfd-4a53dc30f1a5" providerId="ADAL" clId="{117166CE-878B-458A-8C6B-DAC3140727D3}" dt="2024-04-08T06:00:24.855" v="2703" actId="700"/>
          <ac:spMkLst>
            <pc:docMk/>
            <pc:sldMk cId="195677048" sldId="268"/>
            <ac:spMk id="8" creationId="{A5F7A22D-8F5F-FD21-430D-14D48A1A5D98}"/>
          </ac:spMkLst>
        </pc:spChg>
        <pc:spChg chg="add del mod ord">
          <ac:chgData name="Auerbach, Michiel" userId="515bf18e-b387-4cf3-acfd-4a53dc30f1a5" providerId="ADAL" clId="{117166CE-878B-458A-8C6B-DAC3140727D3}" dt="2024-04-08T06:00:24.855" v="2703" actId="700"/>
          <ac:spMkLst>
            <pc:docMk/>
            <pc:sldMk cId="195677048" sldId="268"/>
            <ac:spMk id="9" creationId="{30242153-E1C0-29EF-9592-53377794D2C9}"/>
          </ac:spMkLst>
        </pc:spChg>
        <pc:spChg chg="add mod">
          <ac:chgData name="Auerbach, Michiel" userId="515bf18e-b387-4cf3-acfd-4a53dc30f1a5" providerId="ADAL" clId="{117166CE-878B-458A-8C6B-DAC3140727D3}" dt="2024-04-08T06:01:57.419" v="2873" actId="20577"/>
          <ac:spMkLst>
            <pc:docMk/>
            <pc:sldMk cId="195677048" sldId="268"/>
            <ac:spMk id="10" creationId="{460A81E9-EAEF-5983-D1C7-2CDD75C05492}"/>
          </ac:spMkLst>
        </pc:spChg>
        <pc:spChg chg="add mod ord">
          <ac:chgData name="Auerbach, Michiel" userId="515bf18e-b387-4cf3-acfd-4a53dc30f1a5" providerId="ADAL" clId="{117166CE-878B-458A-8C6B-DAC3140727D3}" dt="2024-04-08T06:00:24.855" v="2703" actId="700"/>
          <ac:spMkLst>
            <pc:docMk/>
            <pc:sldMk cId="195677048" sldId="268"/>
            <ac:spMk id="12" creationId="{EF6EFED3-1BCC-1EC7-8349-DF36407CCE3F}"/>
          </ac:spMkLst>
        </pc:spChg>
        <pc:picChg chg="add mod ord">
          <ac:chgData name="Auerbach, Michiel" userId="515bf18e-b387-4cf3-acfd-4a53dc30f1a5" providerId="ADAL" clId="{117166CE-878B-458A-8C6B-DAC3140727D3}" dt="2024-04-08T06:00:13.903" v="2701" actId="14100"/>
          <ac:picMkLst>
            <pc:docMk/>
            <pc:sldMk cId="195677048" sldId="268"/>
            <ac:picMk id="7" creationId="{E813FD5C-ED95-2262-1EB8-B13AE8BE31C8}"/>
          </ac:picMkLst>
        </pc:picChg>
      </pc:sldChg>
      <pc:sldChg chg="del">
        <pc:chgData name="Auerbach, Michiel" userId="515bf18e-b387-4cf3-acfd-4a53dc30f1a5" providerId="ADAL" clId="{117166CE-878B-458A-8C6B-DAC3140727D3}" dt="2024-04-08T06:02:46.973" v="2998" actId="47"/>
        <pc:sldMkLst>
          <pc:docMk/>
          <pc:sldMk cId="2010707297" sldId="269"/>
        </pc:sldMkLst>
      </pc:sldChg>
      <pc:sldChg chg="ord">
        <pc:chgData name="Auerbach, Michiel" userId="515bf18e-b387-4cf3-acfd-4a53dc30f1a5" providerId="ADAL" clId="{117166CE-878B-458A-8C6B-DAC3140727D3}" dt="2024-04-08T05:58:58.391" v="2548"/>
        <pc:sldMkLst>
          <pc:docMk/>
          <pc:sldMk cId="3840938293" sldId="270"/>
        </pc:sldMkLst>
      </pc:sldChg>
      <pc:sldChg chg="del">
        <pc:chgData name="Auerbach, Michiel" userId="515bf18e-b387-4cf3-acfd-4a53dc30f1a5" providerId="ADAL" clId="{117166CE-878B-458A-8C6B-DAC3140727D3}" dt="2024-04-08T06:02:46.973" v="2998" actId="47"/>
        <pc:sldMkLst>
          <pc:docMk/>
          <pc:sldMk cId="2474373054" sldId="271"/>
        </pc:sldMkLst>
      </pc:sldChg>
      <pc:sldChg chg="del">
        <pc:chgData name="Auerbach, Michiel" userId="515bf18e-b387-4cf3-acfd-4a53dc30f1a5" providerId="ADAL" clId="{117166CE-878B-458A-8C6B-DAC3140727D3}" dt="2024-04-08T06:02:46.973" v="2998" actId="47"/>
        <pc:sldMkLst>
          <pc:docMk/>
          <pc:sldMk cId="2622899176" sldId="272"/>
        </pc:sldMkLst>
      </pc:sldChg>
      <pc:sldChg chg="del">
        <pc:chgData name="Auerbach, Michiel" userId="515bf18e-b387-4cf3-acfd-4a53dc30f1a5" providerId="ADAL" clId="{117166CE-878B-458A-8C6B-DAC3140727D3}" dt="2024-04-08T06:02:46.973" v="2998" actId="47"/>
        <pc:sldMkLst>
          <pc:docMk/>
          <pc:sldMk cId="3669477155" sldId="273"/>
        </pc:sldMkLst>
      </pc:sldChg>
      <pc:sldChg chg="del">
        <pc:chgData name="Auerbach, Michiel" userId="515bf18e-b387-4cf3-acfd-4a53dc30f1a5" providerId="ADAL" clId="{117166CE-878B-458A-8C6B-DAC3140727D3}" dt="2024-04-08T06:02:46.973" v="2998" actId="47"/>
        <pc:sldMkLst>
          <pc:docMk/>
          <pc:sldMk cId="895094914" sldId="274"/>
        </pc:sldMkLst>
      </pc:sldChg>
      <pc:sldChg chg="del">
        <pc:chgData name="Auerbach, Michiel" userId="515bf18e-b387-4cf3-acfd-4a53dc30f1a5" providerId="ADAL" clId="{117166CE-878B-458A-8C6B-DAC3140727D3}" dt="2024-04-08T06:02:46.973" v="2998" actId="47"/>
        <pc:sldMkLst>
          <pc:docMk/>
          <pc:sldMk cId="3188983532" sldId="276"/>
        </pc:sldMkLst>
      </pc:sldChg>
      <pc:sldChg chg="del">
        <pc:chgData name="Auerbach, Michiel" userId="515bf18e-b387-4cf3-acfd-4a53dc30f1a5" providerId="ADAL" clId="{117166CE-878B-458A-8C6B-DAC3140727D3}" dt="2024-04-08T06:02:46.973" v="2998" actId="47"/>
        <pc:sldMkLst>
          <pc:docMk/>
          <pc:sldMk cId="4140632000" sldId="277"/>
        </pc:sldMkLst>
      </pc:sldChg>
      <pc:sldChg chg="del">
        <pc:chgData name="Auerbach, Michiel" userId="515bf18e-b387-4cf3-acfd-4a53dc30f1a5" providerId="ADAL" clId="{117166CE-878B-458A-8C6B-DAC3140727D3}" dt="2024-04-08T06:02:46.973" v="2998" actId="47"/>
        <pc:sldMkLst>
          <pc:docMk/>
          <pc:sldMk cId="4198794885" sldId="278"/>
        </pc:sldMkLst>
      </pc:sldChg>
      <pc:sldChg chg="modSp add mod">
        <pc:chgData name="Auerbach, Michiel" userId="515bf18e-b387-4cf3-acfd-4a53dc30f1a5" providerId="ADAL" clId="{117166CE-878B-458A-8C6B-DAC3140727D3}" dt="2024-04-08T06:02:41.554" v="2997" actId="6549"/>
        <pc:sldMkLst>
          <pc:docMk/>
          <pc:sldMk cId="1326252306" sldId="279"/>
        </pc:sldMkLst>
        <pc:spChg chg="mod">
          <ac:chgData name="Auerbach, Michiel" userId="515bf18e-b387-4cf3-acfd-4a53dc30f1a5" providerId="ADAL" clId="{117166CE-878B-458A-8C6B-DAC3140727D3}" dt="2024-04-08T06:02:41.554" v="2997" actId="6549"/>
          <ac:spMkLst>
            <pc:docMk/>
            <pc:sldMk cId="1326252306" sldId="279"/>
            <ac:spMk id="2" creationId="{A6763ED0-00C0-271A-AEB8-F6F115A50B68}"/>
          </ac:spMkLst>
        </pc:spChg>
      </pc:sldChg>
      <pc:sldChg chg="addSp delSp modSp add del mod ord">
        <pc:chgData name="Auerbach, Michiel" userId="515bf18e-b387-4cf3-acfd-4a53dc30f1a5" providerId="ADAL" clId="{117166CE-878B-458A-8C6B-DAC3140727D3}" dt="2024-04-08T06:00:05.785" v="2700" actId="47"/>
        <pc:sldMkLst>
          <pc:docMk/>
          <pc:sldMk cId="1440136576" sldId="279"/>
        </pc:sldMkLst>
        <pc:spChg chg="mod">
          <ac:chgData name="Auerbach, Michiel" userId="515bf18e-b387-4cf3-acfd-4a53dc30f1a5" providerId="ADAL" clId="{117166CE-878B-458A-8C6B-DAC3140727D3}" dt="2024-04-08T05:59:26.890" v="2668" actId="20577"/>
          <ac:spMkLst>
            <pc:docMk/>
            <pc:sldMk cId="1440136576" sldId="279"/>
            <ac:spMk id="2" creationId="{E0BDFEE6-5196-5B88-D929-FB0393C31E16}"/>
          </ac:spMkLst>
        </pc:spChg>
        <pc:spChg chg="mod">
          <ac:chgData name="Auerbach, Michiel" userId="515bf18e-b387-4cf3-acfd-4a53dc30f1a5" providerId="ADAL" clId="{117166CE-878B-458A-8C6B-DAC3140727D3}" dt="2024-04-08T05:59:34.314" v="2670" actId="1076"/>
          <ac:spMkLst>
            <pc:docMk/>
            <pc:sldMk cId="1440136576" sldId="279"/>
            <ac:spMk id="7" creationId="{DACFF566-1EC9-A408-6096-E0BC117B6770}"/>
          </ac:spMkLst>
        </pc:spChg>
        <pc:spChg chg="add mod">
          <ac:chgData name="Auerbach, Michiel" userId="515bf18e-b387-4cf3-acfd-4a53dc30f1a5" providerId="ADAL" clId="{117166CE-878B-458A-8C6B-DAC3140727D3}" dt="2024-04-08T05:59:45.628" v="2673" actId="1076"/>
          <ac:spMkLst>
            <pc:docMk/>
            <pc:sldMk cId="1440136576" sldId="279"/>
            <ac:spMk id="8" creationId="{E1B7F507-B549-7453-31E5-95452754E589}"/>
          </ac:spMkLst>
        </pc:spChg>
        <pc:picChg chg="del mod">
          <ac:chgData name="Auerbach, Michiel" userId="515bf18e-b387-4cf3-acfd-4a53dc30f1a5" providerId="ADAL" clId="{117166CE-878B-458A-8C6B-DAC3140727D3}" dt="2024-04-08T05:59:40.496" v="2672" actId="478"/>
          <ac:picMkLst>
            <pc:docMk/>
            <pc:sldMk cId="1440136576" sldId="279"/>
            <ac:picMk id="9" creationId="{6768D9AD-B148-4BC6-9BA8-CC56380CCE81}"/>
          </ac:picMkLst>
        </pc:picChg>
      </pc:sldChg>
      <pc:sldChg chg="del">
        <pc:chgData name="Auerbach, Michiel" userId="515bf18e-b387-4cf3-acfd-4a53dc30f1a5" providerId="ADAL" clId="{117166CE-878B-458A-8C6B-DAC3140727D3}" dt="2024-04-08T05:38:12.811" v="61" actId="2696"/>
        <pc:sldMkLst>
          <pc:docMk/>
          <pc:sldMk cId="3381910369" sldId="279"/>
        </pc:sldMkLst>
      </pc:sldChg>
      <pc:sldChg chg="add del">
        <pc:chgData name="Auerbach, Michiel" userId="515bf18e-b387-4cf3-acfd-4a53dc30f1a5" providerId="ADAL" clId="{117166CE-878B-458A-8C6B-DAC3140727D3}" dt="2024-04-08T05:59:46.925" v="2675"/>
        <pc:sldMkLst>
          <pc:docMk/>
          <pc:sldMk cId="3653189514" sldId="280"/>
        </pc:sldMkLst>
      </pc:sldChg>
    </pc:docChg>
  </pc:docChgLst>
  <pc:docChgLst>
    <pc:chgData name="Auerbach, Michiel" userId="515bf18e-b387-4cf3-acfd-4a53dc30f1a5" providerId="ADAL" clId="{737F74B4-1AD0-4E0D-93FA-8E1B399C96F6}"/>
    <pc:docChg chg="undo custSel addSld modSld">
      <pc:chgData name="Auerbach, Michiel" userId="515bf18e-b387-4cf3-acfd-4a53dc30f1a5" providerId="ADAL" clId="{737F74B4-1AD0-4E0D-93FA-8E1B399C96F6}" dt="2024-04-16T06:06:23.837" v="5183" actId="207"/>
      <pc:docMkLst>
        <pc:docMk/>
      </pc:docMkLst>
      <pc:sldChg chg="addSp delSp modSp mod">
        <pc:chgData name="Auerbach, Michiel" userId="515bf18e-b387-4cf3-acfd-4a53dc30f1a5" providerId="ADAL" clId="{737F74B4-1AD0-4E0D-93FA-8E1B399C96F6}" dt="2024-04-11T09:56:32.785" v="1288" actId="20577"/>
        <pc:sldMkLst>
          <pc:docMk/>
          <pc:sldMk cId="2125893649" sldId="257"/>
        </pc:sldMkLst>
        <pc:spChg chg="mod">
          <ac:chgData name="Auerbach, Michiel" userId="515bf18e-b387-4cf3-acfd-4a53dc30f1a5" providerId="ADAL" clId="{737F74B4-1AD0-4E0D-93FA-8E1B399C96F6}" dt="2024-04-11T09:54:48.605" v="733" actId="20577"/>
          <ac:spMkLst>
            <pc:docMk/>
            <pc:sldMk cId="2125893649" sldId="257"/>
            <ac:spMk id="2" creationId="{6DE9B91B-F14E-2043-BD76-96190A054D83}"/>
          </ac:spMkLst>
        </pc:spChg>
        <pc:spChg chg="add del mod">
          <ac:chgData name="Auerbach, Michiel" userId="515bf18e-b387-4cf3-acfd-4a53dc30f1a5" providerId="ADAL" clId="{737F74B4-1AD0-4E0D-93FA-8E1B399C96F6}" dt="2024-04-11T09:54:33.516" v="700" actId="26606"/>
          <ac:spMkLst>
            <pc:docMk/>
            <pc:sldMk cId="2125893649" sldId="257"/>
            <ac:spMk id="7" creationId="{D98BBEF2-7A14-FC94-7C4B-79367F760886}"/>
          </ac:spMkLst>
        </pc:spChg>
        <pc:spChg chg="mod">
          <ac:chgData name="Auerbach, Michiel" userId="515bf18e-b387-4cf3-acfd-4a53dc30f1a5" providerId="ADAL" clId="{737F74B4-1AD0-4E0D-93FA-8E1B399C96F6}" dt="2024-04-11T09:56:32.785" v="1288" actId="20577"/>
          <ac:spMkLst>
            <pc:docMk/>
            <pc:sldMk cId="2125893649" sldId="257"/>
            <ac:spMk id="13" creationId="{32750A62-855E-0E93-83E2-641A5D2106EE}"/>
          </ac:spMkLst>
        </pc:spChg>
        <pc:picChg chg="del">
          <ac:chgData name="Auerbach, Michiel" userId="515bf18e-b387-4cf3-acfd-4a53dc30f1a5" providerId="ADAL" clId="{737F74B4-1AD0-4E0D-93FA-8E1B399C96F6}" dt="2024-04-11T09:54:26.162" v="698" actId="478"/>
          <ac:picMkLst>
            <pc:docMk/>
            <pc:sldMk cId="2125893649" sldId="257"/>
            <ac:picMk id="8" creationId="{52889A8D-E701-CD3C-29A8-33E8DFEBF464}"/>
          </ac:picMkLst>
        </pc:picChg>
        <pc:picChg chg="add mod ord">
          <ac:chgData name="Auerbach, Michiel" userId="515bf18e-b387-4cf3-acfd-4a53dc30f1a5" providerId="ADAL" clId="{737F74B4-1AD0-4E0D-93FA-8E1B399C96F6}" dt="2024-04-11T09:54:40.942" v="702" actId="14100"/>
          <ac:picMkLst>
            <pc:docMk/>
            <pc:sldMk cId="2125893649" sldId="257"/>
            <ac:picMk id="10" creationId="{0A50C907-2147-0E74-4069-E5548AFEB32E}"/>
          </ac:picMkLst>
        </pc:picChg>
      </pc:sldChg>
      <pc:sldChg chg="modSp mod">
        <pc:chgData name="Auerbach, Michiel" userId="515bf18e-b387-4cf3-acfd-4a53dc30f1a5" providerId="ADAL" clId="{737F74B4-1AD0-4E0D-93FA-8E1B399C96F6}" dt="2024-04-11T09:40:56.186" v="74" actId="20577"/>
        <pc:sldMkLst>
          <pc:docMk/>
          <pc:sldMk cId="266482769" sldId="263"/>
        </pc:sldMkLst>
        <pc:spChg chg="mod">
          <ac:chgData name="Auerbach, Michiel" userId="515bf18e-b387-4cf3-acfd-4a53dc30f1a5" providerId="ADAL" clId="{737F74B4-1AD0-4E0D-93FA-8E1B399C96F6}" dt="2024-04-11T09:40:56.186" v="74" actId="20577"/>
          <ac:spMkLst>
            <pc:docMk/>
            <pc:sldMk cId="266482769" sldId="263"/>
            <ac:spMk id="2" creationId="{399FF532-816D-0D66-0718-6E9BF408188F}"/>
          </ac:spMkLst>
        </pc:spChg>
      </pc:sldChg>
      <pc:sldChg chg="modSp mod">
        <pc:chgData name="Auerbach, Michiel" userId="515bf18e-b387-4cf3-acfd-4a53dc30f1a5" providerId="ADAL" clId="{737F74B4-1AD0-4E0D-93FA-8E1B399C96F6}" dt="2024-04-11T09:43:08.186" v="697" actId="20577"/>
        <pc:sldMkLst>
          <pc:docMk/>
          <pc:sldMk cId="4130192829" sldId="264"/>
        </pc:sldMkLst>
        <pc:spChg chg="mod">
          <ac:chgData name="Auerbach, Michiel" userId="515bf18e-b387-4cf3-acfd-4a53dc30f1a5" providerId="ADAL" clId="{737F74B4-1AD0-4E0D-93FA-8E1B399C96F6}" dt="2024-04-11T09:43:08.186" v="697" actId="20577"/>
          <ac:spMkLst>
            <pc:docMk/>
            <pc:sldMk cId="4130192829" sldId="264"/>
            <ac:spMk id="3" creationId="{B87D7925-38FB-F4E5-D9C1-90D62DD88441}"/>
          </ac:spMkLst>
        </pc:spChg>
      </pc:sldChg>
      <pc:sldChg chg="addSp delSp modSp mod">
        <pc:chgData name="Auerbach, Michiel" userId="515bf18e-b387-4cf3-acfd-4a53dc30f1a5" providerId="ADAL" clId="{737F74B4-1AD0-4E0D-93FA-8E1B399C96F6}" dt="2024-04-11T09:59:24.146" v="1804" actId="14100"/>
        <pc:sldMkLst>
          <pc:docMk/>
          <pc:sldMk cId="2529186520" sldId="265"/>
        </pc:sldMkLst>
        <pc:spChg chg="add del mod">
          <ac:chgData name="Auerbach, Michiel" userId="515bf18e-b387-4cf3-acfd-4a53dc30f1a5" providerId="ADAL" clId="{737F74B4-1AD0-4E0D-93FA-8E1B399C96F6}" dt="2024-04-11T09:57:57.869" v="1490" actId="478"/>
          <ac:spMkLst>
            <pc:docMk/>
            <pc:sldMk cId="2529186520" sldId="265"/>
            <ac:spMk id="3" creationId="{43C6E8BE-99D2-2049-C5F5-FDCFA015E13C}"/>
          </ac:spMkLst>
        </pc:spChg>
        <pc:spChg chg="mod">
          <ac:chgData name="Auerbach, Michiel" userId="515bf18e-b387-4cf3-acfd-4a53dc30f1a5" providerId="ADAL" clId="{737F74B4-1AD0-4E0D-93FA-8E1B399C96F6}" dt="2024-04-11T09:57:05.219" v="1303" actId="20577"/>
          <ac:spMkLst>
            <pc:docMk/>
            <pc:sldMk cId="2529186520" sldId="265"/>
            <ac:spMk id="14" creationId="{FB52F9B5-C6C4-1D68-8015-E6ED7A37B8D4}"/>
          </ac:spMkLst>
        </pc:spChg>
        <pc:spChg chg="mod">
          <ac:chgData name="Auerbach, Michiel" userId="515bf18e-b387-4cf3-acfd-4a53dc30f1a5" providerId="ADAL" clId="{737F74B4-1AD0-4E0D-93FA-8E1B399C96F6}" dt="2024-04-11T09:59:18.501" v="1803" actId="20577"/>
          <ac:spMkLst>
            <pc:docMk/>
            <pc:sldMk cId="2529186520" sldId="265"/>
            <ac:spMk id="16" creationId="{A4523254-1982-AC2C-5C29-752165A69FEE}"/>
          </ac:spMkLst>
        </pc:spChg>
        <pc:picChg chg="add mod">
          <ac:chgData name="Auerbach, Michiel" userId="515bf18e-b387-4cf3-acfd-4a53dc30f1a5" providerId="ADAL" clId="{737F74B4-1AD0-4E0D-93FA-8E1B399C96F6}" dt="2024-04-11T09:58:02.162" v="1492" actId="14100"/>
          <ac:picMkLst>
            <pc:docMk/>
            <pc:sldMk cId="2529186520" sldId="265"/>
            <ac:picMk id="8" creationId="{61BB8A8E-CB16-F8E1-BD71-4373F395FF1C}"/>
          </ac:picMkLst>
        </pc:picChg>
        <pc:picChg chg="del">
          <ac:chgData name="Auerbach, Michiel" userId="515bf18e-b387-4cf3-acfd-4a53dc30f1a5" providerId="ADAL" clId="{737F74B4-1AD0-4E0D-93FA-8E1B399C96F6}" dt="2024-04-11T09:56:57.824" v="1289" actId="478"/>
          <ac:picMkLst>
            <pc:docMk/>
            <pc:sldMk cId="2529186520" sldId="265"/>
            <ac:picMk id="9" creationId="{C8F64B69-A179-C99D-5586-F507438ECC4F}"/>
          </ac:picMkLst>
        </pc:picChg>
        <pc:picChg chg="add mod">
          <ac:chgData name="Auerbach, Michiel" userId="515bf18e-b387-4cf3-acfd-4a53dc30f1a5" providerId="ADAL" clId="{737F74B4-1AD0-4E0D-93FA-8E1B399C96F6}" dt="2024-04-11T09:59:24.146" v="1804" actId="14100"/>
          <ac:picMkLst>
            <pc:docMk/>
            <pc:sldMk cId="2529186520" sldId="265"/>
            <ac:picMk id="11" creationId="{97B0513A-09D4-8694-5118-52EFF3F2A149}"/>
          </ac:picMkLst>
        </pc:picChg>
      </pc:sldChg>
      <pc:sldChg chg="modSp mod">
        <pc:chgData name="Auerbach, Michiel" userId="515bf18e-b387-4cf3-acfd-4a53dc30f1a5" providerId="ADAL" clId="{737F74B4-1AD0-4E0D-93FA-8E1B399C96F6}" dt="2024-04-11T10:12:16.929" v="2392" actId="20577"/>
        <pc:sldMkLst>
          <pc:docMk/>
          <pc:sldMk cId="3580385872" sldId="266"/>
        </pc:sldMkLst>
        <pc:spChg chg="mod">
          <ac:chgData name="Auerbach, Michiel" userId="515bf18e-b387-4cf3-acfd-4a53dc30f1a5" providerId="ADAL" clId="{737F74B4-1AD0-4E0D-93FA-8E1B399C96F6}" dt="2024-04-11T10:12:16.929" v="2392" actId="20577"/>
          <ac:spMkLst>
            <pc:docMk/>
            <pc:sldMk cId="3580385872" sldId="266"/>
            <ac:spMk id="2" creationId="{A6763ED0-00C0-271A-AEB8-F6F115A50B68}"/>
          </ac:spMkLst>
        </pc:spChg>
      </pc:sldChg>
      <pc:sldChg chg="addSp delSp modSp mod modClrScheme chgLayout">
        <pc:chgData name="Auerbach, Michiel" userId="515bf18e-b387-4cf3-acfd-4a53dc30f1a5" providerId="ADAL" clId="{737F74B4-1AD0-4E0D-93FA-8E1B399C96F6}" dt="2024-04-11T10:11:18.753" v="2355" actId="20577"/>
        <pc:sldMkLst>
          <pc:docMk/>
          <pc:sldMk cId="1385117169" sldId="267"/>
        </pc:sldMkLst>
        <pc:spChg chg="mod ord">
          <ac:chgData name="Auerbach, Michiel" userId="515bf18e-b387-4cf3-acfd-4a53dc30f1a5" providerId="ADAL" clId="{737F74B4-1AD0-4E0D-93FA-8E1B399C96F6}" dt="2024-04-11T10:08:53.018" v="1839" actId="20577"/>
          <ac:spMkLst>
            <pc:docMk/>
            <pc:sldMk cId="1385117169" sldId="267"/>
            <ac:spMk id="2" creationId="{E0BDFEE6-5196-5B88-D929-FB0393C31E16}"/>
          </ac:spMkLst>
        </pc:spChg>
        <pc:spChg chg="mod">
          <ac:chgData name="Auerbach, Michiel" userId="515bf18e-b387-4cf3-acfd-4a53dc30f1a5" providerId="ADAL" clId="{737F74B4-1AD0-4E0D-93FA-8E1B399C96F6}" dt="2024-04-11T10:08:46.873" v="1807" actId="26606"/>
          <ac:spMkLst>
            <pc:docMk/>
            <pc:sldMk cId="1385117169" sldId="267"/>
            <ac:spMk id="3" creationId="{DA9D20CC-E6E1-1573-64C6-9E317B7A2830}"/>
          </ac:spMkLst>
        </pc:spChg>
        <pc:spChg chg="mod">
          <ac:chgData name="Auerbach, Michiel" userId="515bf18e-b387-4cf3-acfd-4a53dc30f1a5" providerId="ADAL" clId="{737F74B4-1AD0-4E0D-93FA-8E1B399C96F6}" dt="2024-04-11T10:08:46.873" v="1807" actId="26606"/>
          <ac:spMkLst>
            <pc:docMk/>
            <pc:sldMk cId="1385117169" sldId="267"/>
            <ac:spMk id="4" creationId="{83A4370C-4CE2-E780-6B0A-8D4834D1D535}"/>
          </ac:spMkLst>
        </pc:spChg>
        <pc:spChg chg="mod">
          <ac:chgData name="Auerbach, Michiel" userId="515bf18e-b387-4cf3-acfd-4a53dc30f1a5" providerId="ADAL" clId="{737F74B4-1AD0-4E0D-93FA-8E1B399C96F6}" dt="2024-04-11T10:08:46.873" v="1807" actId="26606"/>
          <ac:spMkLst>
            <pc:docMk/>
            <pc:sldMk cId="1385117169" sldId="267"/>
            <ac:spMk id="5" creationId="{4CD0C5D3-8899-62D8-DF43-EF942586FF46}"/>
          </ac:spMkLst>
        </pc:spChg>
        <pc:spChg chg="mod ord">
          <ac:chgData name="Auerbach, Michiel" userId="515bf18e-b387-4cf3-acfd-4a53dc30f1a5" providerId="ADAL" clId="{737F74B4-1AD0-4E0D-93FA-8E1B399C96F6}" dt="2024-04-11T10:11:18.753" v="2355" actId="20577"/>
          <ac:spMkLst>
            <pc:docMk/>
            <pc:sldMk cId="1385117169" sldId="267"/>
            <ac:spMk id="7" creationId="{DACFF566-1EC9-A408-6096-E0BC117B6770}"/>
          </ac:spMkLst>
        </pc:spChg>
        <pc:spChg chg="add del mod">
          <ac:chgData name="Auerbach, Michiel" userId="515bf18e-b387-4cf3-acfd-4a53dc30f1a5" providerId="ADAL" clId="{737F74B4-1AD0-4E0D-93FA-8E1B399C96F6}" dt="2024-04-11T10:08:43.429" v="1806" actId="478"/>
          <ac:spMkLst>
            <pc:docMk/>
            <pc:sldMk cId="1385117169" sldId="267"/>
            <ac:spMk id="8" creationId="{702A6FEE-4E59-F05D-6782-71E786A43257}"/>
          </ac:spMkLst>
        </pc:spChg>
        <pc:picChg chg="del">
          <ac:chgData name="Auerbach, Michiel" userId="515bf18e-b387-4cf3-acfd-4a53dc30f1a5" providerId="ADAL" clId="{737F74B4-1AD0-4E0D-93FA-8E1B399C96F6}" dt="2024-04-11T10:08:40.186" v="1805" actId="478"/>
          <ac:picMkLst>
            <pc:docMk/>
            <pc:sldMk cId="1385117169" sldId="267"/>
            <ac:picMk id="9" creationId="{6768D9AD-B148-4BC6-9BA8-CC56380CCE81}"/>
          </ac:picMkLst>
        </pc:picChg>
        <pc:picChg chg="add mod">
          <ac:chgData name="Auerbach, Michiel" userId="515bf18e-b387-4cf3-acfd-4a53dc30f1a5" providerId="ADAL" clId="{737F74B4-1AD0-4E0D-93FA-8E1B399C96F6}" dt="2024-04-11T10:09:41.295" v="1842" actId="1076"/>
          <ac:picMkLst>
            <pc:docMk/>
            <pc:sldMk cId="1385117169" sldId="267"/>
            <ac:picMk id="11" creationId="{B87BA040-EA1A-2394-B929-584961204444}"/>
          </ac:picMkLst>
        </pc:picChg>
      </pc:sldChg>
      <pc:sldChg chg="addSp delSp modSp mod">
        <pc:chgData name="Auerbach, Michiel" userId="515bf18e-b387-4cf3-acfd-4a53dc30f1a5" providerId="ADAL" clId="{737F74B4-1AD0-4E0D-93FA-8E1B399C96F6}" dt="2024-04-11T10:21:46.383" v="2694" actId="14100"/>
        <pc:sldMkLst>
          <pc:docMk/>
          <pc:sldMk cId="195677048" sldId="268"/>
        </pc:sldMkLst>
        <pc:spChg chg="mod">
          <ac:chgData name="Auerbach, Michiel" userId="515bf18e-b387-4cf3-acfd-4a53dc30f1a5" providerId="ADAL" clId="{737F74B4-1AD0-4E0D-93FA-8E1B399C96F6}" dt="2024-04-11T10:13:57.147" v="2692" actId="20577"/>
          <ac:spMkLst>
            <pc:docMk/>
            <pc:sldMk cId="195677048" sldId="268"/>
            <ac:spMk id="10" creationId="{460A81E9-EAEF-5983-D1C7-2CDD75C05492}"/>
          </ac:spMkLst>
        </pc:spChg>
        <pc:spChg chg="mod">
          <ac:chgData name="Auerbach, Michiel" userId="515bf18e-b387-4cf3-acfd-4a53dc30f1a5" providerId="ADAL" clId="{737F74B4-1AD0-4E0D-93FA-8E1B399C96F6}" dt="2024-04-11T10:12:50.212" v="2414" actId="20577"/>
          <ac:spMkLst>
            <pc:docMk/>
            <pc:sldMk cId="195677048" sldId="268"/>
            <ac:spMk id="12" creationId="{EF6EFED3-1BCC-1EC7-8349-DF36407CCE3F}"/>
          </ac:spMkLst>
        </pc:spChg>
        <pc:picChg chg="add mod">
          <ac:chgData name="Auerbach, Michiel" userId="515bf18e-b387-4cf3-acfd-4a53dc30f1a5" providerId="ADAL" clId="{737F74B4-1AD0-4E0D-93FA-8E1B399C96F6}" dt="2024-04-11T10:21:46.383" v="2694" actId="14100"/>
          <ac:picMkLst>
            <pc:docMk/>
            <pc:sldMk cId="195677048" sldId="268"/>
            <ac:picMk id="6" creationId="{3C9553F3-B8DF-7154-E5FE-45AC4E01A2B3}"/>
          </ac:picMkLst>
        </pc:picChg>
        <pc:picChg chg="del">
          <ac:chgData name="Auerbach, Michiel" userId="515bf18e-b387-4cf3-acfd-4a53dc30f1a5" providerId="ADAL" clId="{737F74B4-1AD0-4E0D-93FA-8E1B399C96F6}" dt="2024-04-11T10:12:53.069" v="2415" actId="478"/>
          <ac:picMkLst>
            <pc:docMk/>
            <pc:sldMk cId="195677048" sldId="268"/>
            <ac:picMk id="7" creationId="{E813FD5C-ED95-2262-1EB8-B13AE8BE31C8}"/>
          </ac:picMkLst>
        </pc:picChg>
      </pc:sldChg>
      <pc:sldChg chg="modSp mod">
        <pc:chgData name="Auerbach, Michiel" userId="515bf18e-b387-4cf3-acfd-4a53dc30f1a5" providerId="ADAL" clId="{737F74B4-1AD0-4E0D-93FA-8E1B399C96F6}" dt="2024-04-11T10:35:42.173" v="4149" actId="20577"/>
        <pc:sldMkLst>
          <pc:docMk/>
          <pc:sldMk cId="1326252306" sldId="279"/>
        </pc:sldMkLst>
        <pc:spChg chg="mod">
          <ac:chgData name="Auerbach, Michiel" userId="515bf18e-b387-4cf3-acfd-4a53dc30f1a5" providerId="ADAL" clId="{737F74B4-1AD0-4E0D-93FA-8E1B399C96F6}" dt="2024-04-11T10:35:42.173" v="4149" actId="20577"/>
          <ac:spMkLst>
            <pc:docMk/>
            <pc:sldMk cId="1326252306" sldId="279"/>
            <ac:spMk id="2" creationId="{A6763ED0-00C0-271A-AEB8-F6F115A50B68}"/>
          </ac:spMkLst>
        </pc:spChg>
      </pc:sldChg>
      <pc:sldChg chg="addSp delSp modSp add mod modClrScheme chgLayout">
        <pc:chgData name="Auerbach, Michiel" userId="515bf18e-b387-4cf3-acfd-4a53dc30f1a5" providerId="ADAL" clId="{737F74B4-1AD0-4E0D-93FA-8E1B399C96F6}" dt="2024-04-11T10:28:00.079" v="3538" actId="207"/>
        <pc:sldMkLst>
          <pc:docMk/>
          <pc:sldMk cId="3742873574" sldId="281"/>
        </pc:sldMkLst>
        <pc:spChg chg="mod">
          <ac:chgData name="Auerbach, Michiel" userId="515bf18e-b387-4cf3-acfd-4a53dc30f1a5" providerId="ADAL" clId="{737F74B4-1AD0-4E0D-93FA-8E1B399C96F6}" dt="2024-04-11T10:22:39.874" v="2767" actId="26606"/>
          <ac:spMkLst>
            <pc:docMk/>
            <pc:sldMk cId="3742873574" sldId="281"/>
            <ac:spMk id="3" creationId="{D947A20B-4B70-6B93-7CE7-3457931DA112}"/>
          </ac:spMkLst>
        </pc:spChg>
        <pc:spChg chg="mod ord">
          <ac:chgData name="Auerbach, Michiel" userId="515bf18e-b387-4cf3-acfd-4a53dc30f1a5" providerId="ADAL" clId="{737F74B4-1AD0-4E0D-93FA-8E1B399C96F6}" dt="2024-04-11T10:22:39.874" v="2767" actId="26606"/>
          <ac:spMkLst>
            <pc:docMk/>
            <pc:sldMk cId="3742873574" sldId="281"/>
            <ac:spMk id="4" creationId="{89601BE0-3C11-461A-AF01-A94699CBCAE6}"/>
          </ac:spMkLst>
        </pc:spChg>
        <pc:spChg chg="mod ord">
          <ac:chgData name="Auerbach, Michiel" userId="515bf18e-b387-4cf3-acfd-4a53dc30f1a5" providerId="ADAL" clId="{737F74B4-1AD0-4E0D-93FA-8E1B399C96F6}" dt="2024-04-11T10:22:39.874" v="2767" actId="26606"/>
          <ac:spMkLst>
            <pc:docMk/>
            <pc:sldMk cId="3742873574" sldId="281"/>
            <ac:spMk id="5" creationId="{68AB4285-B98B-1965-9EC4-6EC319903810}"/>
          </ac:spMkLst>
        </pc:spChg>
        <pc:spChg chg="mod ord">
          <ac:chgData name="Auerbach, Michiel" userId="515bf18e-b387-4cf3-acfd-4a53dc30f1a5" providerId="ADAL" clId="{737F74B4-1AD0-4E0D-93FA-8E1B399C96F6}" dt="2024-04-11T10:28:00.079" v="3538" actId="207"/>
          <ac:spMkLst>
            <pc:docMk/>
            <pc:sldMk cId="3742873574" sldId="281"/>
            <ac:spMk id="10" creationId="{460A81E9-EAEF-5983-D1C7-2CDD75C05492}"/>
          </ac:spMkLst>
        </pc:spChg>
        <pc:spChg chg="mod">
          <ac:chgData name="Auerbach, Michiel" userId="515bf18e-b387-4cf3-acfd-4a53dc30f1a5" providerId="ADAL" clId="{737F74B4-1AD0-4E0D-93FA-8E1B399C96F6}" dt="2024-04-11T10:22:39.874" v="2767" actId="26606"/>
          <ac:spMkLst>
            <pc:docMk/>
            <pc:sldMk cId="3742873574" sldId="281"/>
            <ac:spMk id="12" creationId="{EF6EFED3-1BCC-1EC7-8349-DF36407CCE3F}"/>
          </ac:spMkLst>
        </pc:spChg>
        <pc:picChg chg="del">
          <ac:chgData name="Auerbach, Michiel" userId="515bf18e-b387-4cf3-acfd-4a53dc30f1a5" providerId="ADAL" clId="{737F74B4-1AD0-4E0D-93FA-8E1B399C96F6}" dt="2024-04-11T10:22:00.884" v="2724" actId="478"/>
          <ac:picMkLst>
            <pc:docMk/>
            <pc:sldMk cId="3742873574" sldId="281"/>
            <ac:picMk id="6" creationId="{3C9553F3-B8DF-7154-E5FE-45AC4E01A2B3}"/>
          </ac:picMkLst>
        </pc:picChg>
        <pc:picChg chg="add mod">
          <ac:chgData name="Auerbach, Michiel" userId="515bf18e-b387-4cf3-acfd-4a53dc30f1a5" providerId="ADAL" clId="{737F74B4-1AD0-4E0D-93FA-8E1B399C96F6}" dt="2024-04-11T10:22:39.874" v="2767" actId="26606"/>
          <ac:picMkLst>
            <pc:docMk/>
            <pc:sldMk cId="3742873574" sldId="281"/>
            <ac:picMk id="7" creationId="{1D9F38F6-75B5-EDDB-FD75-871779EB3058}"/>
          </ac:picMkLst>
        </pc:picChg>
      </pc:sldChg>
      <pc:sldChg chg="modSp add mod">
        <pc:chgData name="Auerbach, Michiel" userId="515bf18e-b387-4cf3-acfd-4a53dc30f1a5" providerId="ADAL" clId="{737F74B4-1AD0-4E0D-93FA-8E1B399C96F6}" dt="2024-04-11T10:26:32.102" v="3427" actId="27636"/>
        <pc:sldMkLst>
          <pc:docMk/>
          <pc:sldMk cId="2286911598" sldId="282"/>
        </pc:sldMkLst>
        <pc:spChg chg="mod">
          <ac:chgData name="Auerbach, Michiel" userId="515bf18e-b387-4cf3-acfd-4a53dc30f1a5" providerId="ADAL" clId="{737F74B4-1AD0-4E0D-93FA-8E1B399C96F6}" dt="2024-04-11T10:26:32.102" v="3427" actId="27636"/>
          <ac:spMkLst>
            <pc:docMk/>
            <pc:sldMk cId="2286911598" sldId="282"/>
            <ac:spMk id="10" creationId="{460A81E9-EAEF-5983-D1C7-2CDD75C05492}"/>
          </ac:spMkLst>
        </pc:spChg>
        <pc:spChg chg="mod">
          <ac:chgData name="Auerbach, Michiel" userId="515bf18e-b387-4cf3-acfd-4a53dc30f1a5" providerId="ADAL" clId="{737F74B4-1AD0-4E0D-93FA-8E1B399C96F6}" dt="2024-04-11T10:23:34.627" v="2950" actId="20577"/>
          <ac:spMkLst>
            <pc:docMk/>
            <pc:sldMk cId="2286911598" sldId="282"/>
            <ac:spMk id="12" creationId="{EF6EFED3-1BCC-1EC7-8349-DF36407CCE3F}"/>
          </ac:spMkLst>
        </pc:spChg>
      </pc:sldChg>
      <pc:sldChg chg="addSp delSp modSp add mod">
        <pc:chgData name="Auerbach, Michiel" userId="515bf18e-b387-4cf3-acfd-4a53dc30f1a5" providerId="ADAL" clId="{737F74B4-1AD0-4E0D-93FA-8E1B399C96F6}" dt="2024-04-11T10:32:37.173" v="3997" actId="14100"/>
        <pc:sldMkLst>
          <pc:docMk/>
          <pc:sldMk cId="3124491620" sldId="283"/>
        </pc:sldMkLst>
        <pc:spChg chg="mod">
          <ac:chgData name="Auerbach, Michiel" userId="515bf18e-b387-4cf3-acfd-4a53dc30f1a5" providerId="ADAL" clId="{737F74B4-1AD0-4E0D-93FA-8E1B399C96F6}" dt="2024-04-11T10:32:19.792" v="3991" actId="313"/>
          <ac:spMkLst>
            <pc:docMk/>
            <pc:sldMk cId="3124491620" sldId="283"/>
            <ac:spMk id="10" creationId="{460A81E9-EAEF-5983-D1C7-2CDD75C05492}"/>
          </ac:spMkLst>
        </pc:spChg>
        <pc:spChg chg="mod">
          <ac:chgData name="Auerbach, Michiel" userId="515bf18e-b387-4cf3-acfd-4a53dc30f1a5" providerId="ADAL" clId="{737F74B4-1AD0-4E0D-93FA-8E1B399C96F6}" dt="2024-04-11T10:26:47.708" v="3448" actId="20577"/>
          <ac:spMkLst>
            <pc:docMk/>
            <pc:sldMk cId="3124491620" sldId="283"/>
            <ac:spMk id="12" creationId="{EF6EFED3-1BCC-1EC7-8349-DF36407CCE3F}"/>
          </ac:spMkLst>
        </pc:spChg>
        <pc:picChg chg="add mod">
          <ac:chgData name="Auerbach, Michiel" userId="515bf18e-b387-4cf3-acfd-4a53dc30f1a5" providerId="ADAL" clId="{737F74B4-1AD0-4E0D-93FA-8E1B399C96F6}" dt="2024-04-11T10:32:37.173" v="3997" actId="14100"/>
          <ac:picMkLst>
            <pc:docMk/>
            <pc:sldMk cId="3124491620" sldId="283"/>
            <ac:picMk id="6" creationId="{C51C537E-25B5-C3D2-A1BC-4AC176386BBE}"/>
          </ac:picMkLst>
        </pc:picChg>
        <pc:picChg chg="del">
          <ac:chgData name="Auerbach, Michiel" userId="515bf18e-b387-4cf3-acfd-4a53dc30f1a5" providerId="ADAL" clId="{737F74B4-1AD0-4E0D-93FA-8E1B399C96F6}" dt="2024-04-11T10:28:48.965" v="3703" actId="478"/>
          <ac:picMkLst>
            <pc:docMk/>
            <pc:sldMk cId="3124491620" sldId="283"/>
            <ac:picMk id="7" creationId="{1D9F38F6-75B5-EDDB-FD75-871779EB3058}"/>
          </ac:picMkLst>
        </pc:picChg>
      </pc:sldChg>
      <pc:sldChg chg="addSp delSp modSp add mod modClrScheme chgLayout">
        <pc:chgData name="Auerbach, Michiel" userId="515bf18e-b387-4cf3-acfd-4a53dc30f1a5" providerId="ADAL" clId="{737F74B4-1AD0-4E0D-93FA-8E1B399C96F6}" dt="2024-04-11T10:37:49.537" v="4309" actId="14100"/>
        <pc:sldMkLst>
          <pc:docMk/>
          <pc:sldMk cId="2699740735" sldId="284"/>
        </pc:sldMkLst>
        <pc:spChg chg="mod ord">
          <ac:chgData name="Auerbach, Michiel" userId="515bf18e-b387-4cf3-acfd-4a53dc30f1a5" providerId="ADAL" clId="{737F74B4-1AD0-4E0D-93FA-8E1B399C96F6}" dt="2024-04-11T10:35:48.451" v="4151" actId="26606"/>
          <ac:spMkLst>
            <pc:docMk/>
            <pc:sldMk cId="2699740735" sldId="284"/>
            <ac:spMk id="3" creationId="{D947A20B-4B70-6B93-7CE7-3457931DA112}"/>
          </ac:spMkLst>
        </pc:spChg>
        <pc:spChg chg="mod ord">
          <ac:chgData name="Auerbach, Michiel" userId="515bf18e-b387-4cf3-acfd-4a53dc30f1a5" providerId="ADAL" clId="{737F74B4-1AD0-4E0D-93FA-8E1B399C96F6}" dt="2024-04-11T10:35:48.451" v="4151" actId="26606"/>
          <ac:spMkLst>
            <pc:docMk/>
            <pc:sldMk cId="2699740735" sldId="284"/>
            <ac:spMk id="4" creationId="{89601BE0-3C11-461A-AF01-A94699CBCAE6}"/>
          </ac:spMkLst>
        </pc:spChg>
        <pc:spChg chg="mod ord">
          <ac:chgData name="Auerbach, Michiel" userId="515bf18e-b387-4cf3-acfd-4a53dc30f1a5" providerId="ADAL" clId="{737F74B4-1AD0-4E0D-93FA-8E1B399C96F6}" dt="2024-04-11T10:35:48.451" v="4151" actId="26606"/>
          <ac:spMkLst>
            <pc:docMk/>
            <pc:sldMk cId="2699740735" sldId="284"/>
            <ac:spMk id="5" creationId="{68AB4285-B98B-1965-9EC4-6EC319903810}"/>
          </ac:spMkLst>
        </pc:spChg>
        <pc:spChg chg="mod ord">
          <ac:chgData name="Auerbach, Michiel" userId="515bf18e-b387-4cf3-acfd-4a53dc30f1a5" providerId="ADAL" clId="{737F74B4-1AD0-4E0D-93FA-8E1B399C96F6}" dt="2024-04-11T10:36:49.645" v="4305" actId="20577"/>
          <ac:spMkLst>
            <pc:docMk/>
            <pc:sldMk cId="2699740735" sldId="284"/>
            <ac:spMk id="10" creationId="{460A81E9-EAEF-5983-D1C7-2CDD75C05492}"/>
          </ac:spMkLst>
        </pc:spChg>
        <pc:spChg chg="mod">
          <ac:chgData name="Auerbach, Michiel" userId="515bf18e-b387-4cf3-acfd-4a53dc30f1a5" providerId="ADAL" clId="{737F74B4-1AD0-4E0D-93FA-8E1B399C96F6}" dt="2024-04-11T10:35:48.451" v="4151" actId="26606"/>
          <ac:spMkLst>
            <pc:docMk/>
            <pc:sldMk cId="2699740735" sldId="284"/>
            <ac:spMk id="12" creationId="{EF6EFED3-1BCC-1EC7-8349-DF36407CCE3F}"/>
          </ac:spMkLst>
        </pc:spChg>
        <pc:picChg chg="del">
          <ac:chgData name="Auerbach, Michiel" userId="515bf18e-b387-4cf3-acfd-4a53dc30f1a5" providerId="ADAL" clId="{737F74B4-1AD0-4E0D-93FA-8E1B399C96F6}" dt="2024-04-11T10:33:18.294" v="4001" actId="478"/>
          <ac:picMkLst>
            <pc:docMk/>
            <pc:sldMk cId="2699740735" sldId="284"/>
            <ac:picMk id="6" creationId="{3C9553F3-B8DF-7154-E5FE-45AC4E01A2B3}"/>
          </ac:picMkLst>
        </pc:picChg>
        <pc:picChg chg="add mod">
          <ac:chgData name="Auerbach, Michiel" userId="515bf18e-b387-4cf3-acfd-4a53dc30f1a5" providerId="ADAL" clId="{737F74B4-1AD0-4E0D-93FA-8E1B399C96F6}" dt="2024-04-11T10:37:40.057" v="4306" actId="1076"/>
          <ac:picMkLst>
            <pc:docMk/>
            <pc:sldMk cId="2699740735" sldId="284"/>
            <ac:picMk id="7" creationId="{B2C77759-429C-CC37-63D1-16874B4E3CE4}"/>
          </ac:picMkLst>
        </pc:picChg>
        <pc:picChg chg="add mod">
          <ac:chgData name="Auerbach, Michiel" userId="515bf18e-b387-4cf3-acfd-4a53dc30f1a5" providerId="ADAL" clId="{737F74B4-1AD0-4E0D-93FA-8E1B399C96F6}" dt="2024-04-11T10:37:49.537" v="4309" actId="14100"/>
          <ac:picMkLst>
            <pc:docMk/>
            <pc:sldMk cId="2699740735" sldId="284"/>
            <ac:picMk id="9" creationId="{4517428A-FD30-5C1E-57DD-F1A2950A89AC}"/>
          </ac:picMkLst>
        </pc:picChg>
      </pc:sldChg>
      <pc:sldChg chg="addSp delSp modSp add mod modClrScheme chgLayout">
        <pc:chgData name="Auerbach, Michiel" userId="515bf18e-b387-4cf3-acfd-4a53dc30f1a5" providerId="ADAL" clId="{737F74B4-1AD0-4E0D-93FA-8E1B399C96F6}" dt="2024-04-16T06:06:23.837" v="5183" actId="207"/>
        <pc:sldMkLst>
          <pc:docMk/>
          <pc:sldMk cId="2577748907" sldId="285"/>
        </pc:sldMkLst>
        <pc:spChg chg="mod ord">
          <ac:chgData name="Auerbach, Michiel" userId="515bf18e-b387-4cf3-acfd-4a53dc30f1a5" providerId="ADAL" clId="{737F74B4-1AD0-4E0D-93FA-8E1B399C96F6}" dt="2024-04-16T06:05:57.987" v="5145" actId="207"/>
          <ac:spMkLst>
            <pc:docMk/>
            <pc:sldMk cId="2577748907" sldId="285"/>
            <ac:spMk id="2" creationId="{E0BDFEE6-5196-5B88-D929-FB0393C31E16}"/>
          </ac:spMkLst>
        </pc:spChg>
        <pc:spChg chg="mod">
          <ac:chgData name="Auerbach, Michiel" userId="515bf18e-b387-4cf3-acfd-4a53dc30f1a5" providerId="ADAL" clId="{737F74B4-1AD0-4E0D-93FA-8E1B399C96F6}" dt="2024-04-16T05:50:59.241" v="4983" actId="26606"/>
          <ac:spMkLst>
            <pc:docMk/>
            <pc:sldMk cId="2577748907" sldId="285"/>
            <ac:spMk id="3" creationId="{DA9D20CC-E6E1-1573-64C6-9E317B7A2830}"/>
          </ac:spMkLst>
        </pc:spChg>
        <pc:spChg chg="mod">
          <ac:chgData name="Auerbach, Michiel" userId="515bf18e-b387-4cf3-acfd-4a53dc30f1a5" providerId="ADAL" clId="{737F74B4-1AD0-4E0D-93FA-8E1B399C96F6}" dt="2024-04-16T05:50:59.241" v="4983" actId="26606"/>
          <ac:spMkLst>
            <pc:docMk/>
            <pc:sldMk cId="2577748907" sldId="285"/>
            <ac:spMk id="4" creationId="{83A4370C-4CE2-E780-6B0A-8D4834D1D535}"/>
          </ac:spMkLst>
        </pc:spChg>
        <pc:spChg chg="mod">
          <ac:chgData name="Auerbach, Michiel" userId="515bf18e-b387-4cf3-acfd-4a53dc30f1a5" providerId="ADAL" clId="{737F74B4-1AD0-4E0D-93FA-8E1B399C96F6}" dt="2024-04-16T05:50:59.241" v="4983" actId="26606"/>
          <ac:spMkLst>
            <pc:docMk/>
            <pc:sldMk cId="2577748907" sldId="285"/>
            <ac:spMk id="5" creationId="{4CD0C5D3-8899-62D8-DF43-EF942586FF46}"/>
          </ac:spMkLst>
        </pc:spChg>
        <pc:spChg chg="mod ord">
          <ac:chgData name="Auerbach, Michiel" userId="515bf18e-b387-4cf3-acfd-4a53dc30f1a5" providerId="ADAL" clId="{737F74B4-1AD0-4E0D-93FA-8E1B399C96F6}" dt="2024-04-16T06:06:23.837" v="5183" actId="207"/>
          <ac:spMkLst>
            <pc:docMk/>
            <pc:sldMk cId="2577748907" sldId="285"/>
            <ac:spMk id="7" creationId="{DACFF566-1EC9-A408-6096-E0BC117B6770}"/>
          </ac:spMkLst>
        </pc:spChg>
        <pc:picChg chg="add mod ord">
          <ac:chgData name="Auerbach, Michiel" userId="515bf18e-b387-4cf3-acfd-4a53dc30f1a5" providerId="ADAL" clId="{737F74B4-1AD0-4E0D-93FA-8E1B399C96F6}" dt="2024-04-16T06:06:05.815" v="5147" actId="1076"/>
          <ac:picMkLst>
            <pc:docMk/>
            <pc:sldMk cId="2577748907" sldId="285"/>
            <ac:picMk id="8" creationId="{9D4C2B65-370E-358B-13C1-E343A09DAB68}"/>
          </ac:picMkLst>
        </pc:picChg>
        <pc:picChg chg="del">
          <ac:chgData name="Auerbach, Michiel" userId="515bf18e-b387-4cf3-acfd-4a53dc30f1a5" providerId="ADAL" clId="{737F74B4-1AD0-4E0D-93FA-8E1B399C96F6}" dt="2024-04-16T05:42:33.104" v="4374" actId="478"/>
          <ac:picMkLst>
            <pc:docMk/>
            <pc:sldMk cId="2577748907" sldId="285"/>
            <ac:picMk id="11" creationId="{B87BA040-EA1A-2394-B929-584961204444}"/>
          </ac:picMkLst>
        </pc:picChg>
      </pc:sldChg>
    </pc:docChg>
  </pc:docChgLst>
  <pc:docChgLst>
    <pc:chgData name="Auerbach, Michiel" userId="515bf18e-b387-4cf3-acfd-4a53dc30f1a5" providerId="ADAL" clId="{EE473B61-F215-4C2C-BBF2-835313D4576B}"/>
    <pc:docChg chg="modSld">
      <pc:chgData name="Auerbach, Michiel" userId="515bf18e-b387-4cf3-acfd-4a53dc30f1a5" providerId="ADAL" clId="{EE473B61-F215-4C2C-BBF2-835313D4576B}" dt="2024-04-09T05:40:11.460" v="749" actId="20577"/>
      <pc:docMkLst>
        <pc:docMk/>
      </pc:docMkLst>
      <pc:sldChg chg="modSp mod">
        <pc:chgData name="Auerbach, Michiel" userId="515bf18e-b387-4cf3-acfd-4a53dc30f1a5" providerId="ADAL" clId="{EE473B61-F215-4C2C-BBF2-835313D4576B}" dt="2024-04-09T05:37:37.270" v="67" actId="404"/>
        <pc:sldMkLst>
          <pc:docMk/>
          <pc:sldMk cId="4054382824" sldId="258"/>
        </pc:sldMkLst>
        <pc:spChg chg="mod">
          <ac:chgData name="Auerbach, Michiel" userId="515bf18e-b387-4cf3-acfd-4a53dc30f1a5" providerId="ADAL" clId="{EE473B61-F215-4C2C-BBF2-835313D4576B}" dt="2024-04-09T05:37:37.270" v="67" actId="404"/>
          <ac:spMkLst>
            <pc:docMk/>
            <pc:sldMk cId="4054382824" sldId="258"/>
            <ac:spMk id="2" creationId="{C21C2B8E-C7F7-3690-4245-778F1DA4FCB8}"/>
          </ac:spMkLst>
        </pc:spChg>
      </pc:sldChg>
      <pc:sldChg chg="modSp mod">
        <pc:chgData name="Auerbach, Michiel" userId="515bf18e-b387-4cf3-acfd-4a53dc30f1a5" providerId="ADAL" clId="{EE473B61-F215-4C2C-BBF2-835313D4576B}" dt="2024-04-09T05:38:16.823" v="177" actId="5793"/>
        <pc:sldMkLst>
          <pc:docMk/>
          <pc:sldMk cId="266482769" sldId="263"/>
        </pc:sldMkLst>
        <pc:spChg chg="mod">
          <ac:chgData name="Auerbach, Michiel" userId="515bf18e-b387-4cf3-acfd-4a53dc30f1a5" providerId="ADAL" clId="{EE473B61-F215-4C2C-BBF2-835313D4576B}" dt="2024-04-09T05:38:16.823" v="177" actId="5793"/>
          <ac:spMkLst>
            <pc:docMk/>
            <pc:sldMk cId="266482769" sldId="263"/>
            <ac:spMk id="2" creationId="{399FF532-816D-0D66-0718-6E9BF408188F}"/>
          </ac:spMkLst>
        </pc:spChg>
      </pc:sldChg>
      <pc:sldChg chg="modSp mod">
        <pc:chgData name="Auerbach, Michiel" userId="515bf18e-b387-4cf3-acfd-4a53dc30f1a5" providerId="ADAL" clId="{EE473B61-F215-4C2C-BBF2-835313D4576B}" dt="2024-04-09T05:40:11.460" v="749" actId="20577"/>
        <pc:sldMkLst>
          <pc:docMk/>
          <pc:sldMk cId="4130192829" sldId="264"/>
        </pc:sldMkLst>
        <pc:spChg chg="mod">
          <ac:chgData name="Auerbach, Michiel" userId="515bf18e-b387-4cf3-acfd-4a53dc30f1a5" providerId="ADAL" clId="{EE473B61-F215-4C2C-BBF2-835313D4576B}" dt="2024-04-09T05:40:11.460" v="749" actId="20577"/>
          <ac:spMkLst>
            <pc:docMk/>
            <pc:sldMk cId="4130192829" sldId="264"/>
            <ac:spMk id="3" creationId="{B87D7925-38FB-F4E5-D9C1-90D62DD88441}"/>
          </ac:spMkLst>
        </pc:spChg>
      </pc:sldChg>
    </pc:docChg>
  </pc:docChgLst>
  <pc:docChgLst>
    <pc:chgData name="Kleijwegt, Mark" userId="S::klem06@rocmondriaan.nl::a0bc88e8-58c9-4d1a-b81a-11ee91d0acb1" providerId="AD" clId="Web-{9E42BCDD-9896-4E6C-850D-A83B53075EF7}"/>
    <pc:docChg chg="modSld">
      <pc:chgData name="Kleijwegt, Mark" userId="S::klem06@rocmondriaan.nl::a0bc88e8-58c9-4d1a-b81a-11ee91d0acb1" providerId="AD" clId="Web-{9E42BCDD-9896-4E6C-850D-A83B53075EF7}" dt="2024-04-15T17:03:55.669" v="8" actId="20577"/>
      <pc:docMkLst>
        <pc:docMk/>
      </pc:docMkLst>
      <pc:sldChg chg="modSp">
        <pc:chgData name="Kleijwegt, Mark" userId="S::klem06@rocmondriaan.nl::a0bc88e8-58c9-4d1a-b81a-11ee91d0acb1" providerId="AD" clId="Web-{9E42BCDD-9896-4E6C-850D-A83B53075EF7}" dt="2024-04-15T17:03:55.669" v="8" actId="20577"/>
        <pc:sldMkLst>
          <pc:docMk/>
          <pc:sldMk cId="2125893649" sldId="257"/>
        </pc:sldMkLst>
        <pc:spChg chg="mod">
          <ac:chgData name="Kleijwegt, Mark" userId="S::klem06@rocmondriaan.nl::a0bc88e8-58c9-4d1a-b81a-11ee91d0acb1" providerId="AD" clId="Web-{9E42BCDD-9896-4E6C-850D-A83B53075EF7}" dt="2024-04-15T17:03:55.669" v="8" actId="20577"/>
          <ac:spMkLst>
            <pc:docMk/>
            <pc:sldMk cId="2125893649" sldId="257"/>
            <ac:spMk id="13" creationId="{32750A62-855E-0E93-83E2-641A5D2106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3-6-2024</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‹nr.›</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3</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‹nr.›</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3</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‹nr.›</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a:xfrm>
            <a:off x="2876365" y="2160000"/>
            <a:ext cx="6267635" cy="1224000"/>
          </a:xfrm>
        </p:spPr>
        <p:txBody>
          <a:bodyPr/>
          <a:lstStyle/>
          <a:p>
            <a:r>
              <a:rPr lang="nl-NL" sz="3600" dirty="0" err="1"/>
              <a:t>Symfony</a:t>
            </a:r>
            <a:r>
              <a:rPr lang="nl-NL" sz="3600" dirty="0"/>
              <a:t> </a:t>
            </a:r>
            <a:r>
              <a:rPr lang="nl-NL" sz="3600" dirty="0" err="1"/>
              <a:t>sessions</a:t>
            </a:r>
            <a:endParaRPr lang="nl-NL" sz="3600" dirty="0"/>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Hoe werkt het</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8 - week 7</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Terugblik wat ken je al?</a:t>
            </a:r>
          </a:p>
          <a:p>
            <a:r>
              <a:rPr lang="nl-NL" dirty="0"/>
              <a:t>Wat is een </a:t>
            </a:r>
            <a:r>
              <a:rPr lang="nl-NL" dirty="0" err="1"/>
              <a:t>session</a:t>
            </a:r>
            <a:endParaRPr lang="nl-NL" dirty="0"/>
          </a:p>
          <a:p>
            <a:r>
              <a:rPr lang="nl-NL" dirty="0"/>
              <a:t>Hoe maak je dat in </a:t>
            </a:r>
            <a:r>
              <a:rPr lang="nl-NL" dirty="0" err="1"/>
              <a:t>Symfony</a:t>
            </a:r>
            <a:endParaRPr lang="nl-NL" dirty="0"/>
          </a:p>
          <a:p>
            <a:r>
              <a:rPr lang="nl-NL" dirty="0"/>
              <a:t>Producten opslaan in sessie</a:t>
            </a:r>
          </a:p>
          <a:p>
            <a:r>
              <a:rPr lang="nl-NL" dirty="0">
                <a:solidFill>
                  <a:schemeClr val="accent1"/>
                </a:solidFill>
              </a:rPr>
              <a:t>Aan het werk!</a:t>
            </a:r>
          </a:p>
          <a:p>
            <a:r>
              <a:rPr lang="nl-NL" dirty="0"/>
              <a:t>Laatste 3 producten tonen</a:t>
            </a:r>
          </a:p>
          <a:p>
            <a:r>
              <a:rPr lang="nl-NL" dirty="0">
                <a:solidFill>
                  <a:schemeClr val="accent1"/>
                </a:solidFill>
              </a:rPr>
              <a:t>Aan het werk!</a:t>
            </a:r>
            <a:endParaRPr lang="nl-NL" dirty="0"/>
          </a:p>
          <a:p>
            <a:pPr marL="0" indent="0">
              <a:buNone/>
            </a:pPr>
            <a:endParaRPr lang="nl-NL" dirty="0"/>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dirty="0" err="1"/>
              <a:t>Symfony</a:t>
            </a:r>
            <a:r>
              <a:rPr lang="nl-NL" dirty="0"/>
              <a:t> presentatie sessies</a:t>
            </a:r>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dirty="0"/>
              <a:t>Wat ken je al?</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pPr marL="179705" indent="-179705"/>
            <a:r>
              <a:rPr lang="nl-NL" dirty="0"/>
              <a:t>Je </a:t>
            </a:r>
            <a:r>
              <a:rPr lang="nl-NL" dirty="0" err="1"/>
              <a:t>cloned</a:t>
            </a:r>
            <a:r>
              <a:rPr lang="nl-NL" dirty="0"/>
              <a:t> en start een </a:t>
            </a:r>
            <a:r>
              <a:rPr lang="nl-NL" dirty="0" err="1"/>
              <a:t>Symfony</a:t>
            </a:r>
            <a:r>
              <a:rPr lang="nl-NL" dirty="0"/>
              <a:t> repository</a:t>
            </a:r>
          </a:p>
          <a:p>
            <a:pPr marL="179705" indent="-179705"/>
            <a:r>
              <a:rPr lang="nl-NL" dirty="0"/>
              <a:t>Je maakt de CRUD-onderdelen van een </a:t>
            </a:r>
            <a:r>
              <a:rPr lang="nl-NL" dirty="0" err="1"/>
              <a:t>Entity</a:t>
            </a:r>
            <a:endParaRPr lang="nl-NL" dirty="0">
              <a:cs typeface="Arial" panose="020B0604020202020204"/>
            </a:endParaRPr>
          </a:p>
          <a:p>
            <a:pPr marL="179705" indent="-179705"/>
            <a:r>
              <a:rPr lang="nl-NL" dirty="0"/>
              <a:t>Je maakt een </a:t>
            </a:r>
            <a:r>
              <a:rPr lang="nl-NL" dirty="0" err="1"/>
              <a:t>Entity</a:t>
            </a:r>
            <a:r>
              <a:rPr lang="nl-NL" dirty="0"/>
              <a:t> met onderlinge relatie(s) (</a:t>
            </a:r>
            <a:r>
              <a:rPr lang="nl-NL" dirty="0" err="1"/>
              <a:t>Many-to-One</a:t>
            </a:r>
            <a:r>
              <a:rPr lang="nl-NL" dirty="0"/>
              <a:t> en </a:t>
            </a:r>
            <a:r>
              <a:rPr lang="nl-NL" dirty="0" err="1"/>
              <a:t>One-to-Many</a:t>
            </a:r>
            <a:r>
              <a:rPr lang="nl-NL" dirty="0"/>
              <a:t>)</a:t>
            </a:r>
            <a:endParaRPr lang="nl-NL" dirty="0">
              <a:cs typeface="Arial" panose="020B0604020202020204"/>
            </a:endParaRPr>
          </a:p>
          <a:p>
            <a:pPr marL="179705" indent="-179705"/>
            <a:r>
              <a:rPr lang="nl-NL" dirty="0"/>
              <a:t>Je maakt een registratiepagina met User </a:t>
            </a:r>
            <a:r>
              <a:rPr lang="nl-NL" dirty="0" err="1"/>
              <a:t>entity</a:t>
            </a:r>
            <a:endParaRPr lang="nl-NL" dirty="0">
              <a:cs typeface="Arial" panose="020B0604020202020204"/>
            </a:endParaRPr>
          </a:p>
          <a:p>
            <a:pPr marL="179705" indent="-179705"/>
            <a:r>
              <a:rPr lang="nl-NL" dirty="0"/>
              <a:t>Je maakt een inlogpagina en kan deze verwerken</a:t>
            </a:r>
            <a:endParaRPr lang="nl-NL" dirty="0">
              <a:cs typeface="Arial"/>
            </a:endParaRPr>
          </a:p>
          <a:p>
            <a:pPr marL="179705" indent="-179705"/>
            <a:r>
              <a:rPr lang="nl-NL" dirty="0"/>
              <a:t>Je begrijpt hoe de rollen werken in </a:t>
            </a:r>
            <a:r>
              <a:rPr lang="nl-NL" dirty="0" err="1"/>
              <a:t>Symfony</a:t>
            </a:r>
            <a:r>
              <a:rPr lang="nl-NL" dirty="0"/>
              <a:t> en kan deze verwerken in een Controller en </a:t>
            </a:r>
            <a:r>
              <a:rPr lang="nl-NL" dirty="0" err="1"/>
              <a:t>Twig</a:t>
            </a:r>
            <a:r>
              <a:rPr lang="nl-NL" dirty="0"/>
              <a:t> bestand</a:t>
            </a:r>
          </a:p>
          <a:p>
            <a:pPr marL="179705" indent="-179705"/>
            <a:r>
              <a:rPr lang="nl-NL" dirty="0">
                <a:cs typeface="Arial" panose="020B0604020202020204"/>
              </a:rPr>
              <a:t>Je maakt een </a:t>
            </a:r>
            <a:r>
              <a:rPr lang="nl-NL" dirty="0" err="1">
                <a:cs typeface="Arial" panose="020B0604020202020204"/>
              </a:rPr>
              <a:t>Entity</a:t>
            </a:r>
            <a:r>
              <a:rPr lang="nl-NL" dirty="0">
                <a:cs typeface="Arial" panose="020B0604020202020204"/>
              </a:rPr>
              <a:t> met een </a:t>
            </a:r>
            <a:r>
              <a:rPr lang="nl-NL" dirty="0" err="1">
                <a:cs typeface="Arial" panose="020B0604020202020204"/>
              </a:rPr>
              <a:t>Many-to-Many</a:t>
            </a:r>
            <a:r>
              <a:rPr lang="nl-NL" dirty="0">
                <a:cs typeface="Arial" panose="020B0604020202020204"/>
              </a:rPr>
              <a:t> relatie naar een andere </a:t>
            </a:r>
            <a:r>
              <a:rPr lang="nl-NL" dirty="0" err="1">
                <a:cs typeface="Arial" panose="020B0604020202020204"/>
              </a:rPr>
              <a:t>Entity</a:t>
            </a:r>
            <a:endParaRPr lang="nl-NL" dirty="0">
              <a:cs typeface="Arial" panose="020B0604020202020204"/>
            </a:endParaRPr>
          </a:p>
          <a:p>
            <a:pPr marL="179705" indent="-179705"/>
            <a:r>
              <a:rPr lang="nl-NL" dirty="0">
                <a:cs typeface="Arial" panose="020B0604020202020204"/>
              </a:rPr>
              <a:t>Je maakt een formulier en kan deze </a:t>
            </a:r>
            <a:r>
              <a:rPr lang="nl-NL" dirty="0" err="1">
                <a:cs typeface="Arial" panose="020B0604020202020204"/>
              </a:rPr>
              <a:t>customizen</a:t>
            </a:r>
            <a:endParaRPr lang="nl-NL" dirty="0">
              <a:cs typeface="Arial" panose="020B0604020202020204"/>
            </a:endParaRPr>
          </a:p>
          <a:p>
            <a:pPr marL="179705" indent="-179705"/>
            <a:endParaRPr lang="nl-NL" dirty="0">
              <a:cs typeface="Arial" panose="020B0604020202020204"/>
            </a:endParaRPr>
          </a:p>
          <a:p>
            <a:pPr marL="0" indent="0">
              <a:buNone/>
            </a:pPr>
            <a:endParaRPr lang="nl-NL" i="1" dirty="0">
              <a:solidFill>
                <a:schemeClr val="accent1"/>
              </a:solidFill>
              <a:cs typeface="Arial" panose="020B0604020202020204"/>
            </a:endParaRPr>
          </a:p>
          <a:p>
            <a:pPr marL="179705" indent="-179705"/>
            <a:r>
              <a:rPr lang="nl-NL" i="1" dirty="0">
                <a:solidFill>
                  <a:schemeClr val="accent1"/>
                </a:solidFill>
              </a:rPr>
              <a:t>Als je ergens informatie mist, check https://mbo-sd.nl</a:t>
            </a:r>
            <a:endParaRPr lang="nl-NL" i="1" dirty="0">
              <a:solidFill>
                <a:schemeClr val="accent1"/>
              </a:solidFill>
              <a:cs typeface="Arial" panose="020B0604020202020204"/>
            </a:endParaRP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a:t>Periode 8 - week 3</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dirty="0" err="1"/>
              <a:t>Symfony</a:t>
            </a:r>
            <a:r>
              <a:rPr lang="nl-NL" dirty="0"/>
              <a:t> presentatie sessies</a:t>
            </a:r>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repository en zorg dat de applicatie werkt.</a:t>
            </a:r>
            <a:br>
              <a:rPr lang="nl-NL" dirty="0"/>
            </a:br>
            <a:r>
              <a:rPr lang="nl-NL" sz="3200" dirty="0"/>
              <a:t>classroom.github.com/a/</a:t>
            </a:r>
            <a:r>
              <a:rPr lang="nl-NL" sz="3200" dirty="0" err="1"/>
              <a:t>xpuAMuwM</a:t>
            </a:r>
            <a:br>
              <a:rPr lang="nl-NL" sz="3200" dirty="0"/>
            </a:br>
            <a:br>
              <a:rPr lang="nl-NL" sz="3200" dirty="0"/>
            </a:br>
            <a:r>
              <a:rPr lang="nl-NL" sz="1500" dirty="0" err="1"/>
              <a:t>Clone</a:t>
            </a:r>
            <a:r>
              <a:rPr lang="nl-NL" sz="1500" dirty="0"/>
              <a:t> de repository</a:t>
            </a:r>
            <a:br>
              <a:rPr lang="nl-NL" sz="1500" dirty="0"/>
            </a:br>
            <a:r>
              <a:rPr lang="nl-NL" sz="1500" dirty="0"/>
              <a:t>Kopieer de .</a:t>
            </a:r>
            <a:r>
              <a:rPr lang="nl-NL" sz="1500" dirty="0" err="1"/>
              <a:t>env</a:t>
            </a:r>
            <a:r>
              <a:rPr lang="nl-NL" sz="1500" dirty="0"/>
              <a:t> naar .</a:t>
            </a:r>
            <a:r>
              <a:rPr lang="nl-NL" sz="1500" dirty="0" err="1"/>
              <a:t>env.local</a:t>
            </a:r>
            <a:br>
              <a:rPr lang="nl-NL" sz="1500" dirty="0"/>
            </a:br>
            <a:r>
              <a:rPr lang="nl-NL" sz="1500" dirty="0"/>
              <a:t>Maak een database aan (bv. </a:t>
            </a:r>
            <a:r>
              <a:rPr lang="nl-NL" sz="1500" dirty="0" err="1"/>
              <a:t>prodcat</a:t>
            </a:r>
            <a:r>
              <a:rPr lang="nl-NL" sz="1500" dirty="0"/>
              <a:t>/ </a:t>
            </a:r>
            <a:r>
              <a:rPr lang="nl-NL" sz="1500" dirty="0" err="1"/>
              <a:t>symfony</a:t>
            </a:r>
            <a:r>
              <a:rPr lang="nl-NL" sz="1500" dirty="0"/>
              <a:t>-oefen)</a:t>
            </a:r>
            <a:br>
              <a:rPr lang="nl-NL" sz="1500" dirty="0"/>
            </a:br>
            <a:r>
              <a:rPr lang="nl-NL" sz="1500" dirty="0"/>
              <a:t>Pas de regel aan in de .</a:t>
            </a:r>
            <a:r>
              <a:rPr lang="nl-NL" sz="1500" dirty="0" err="1"/>
              <a:t>env.local</a:t>
            </a:r>
            <a:br>
              <a:rPr lang="nl-NL" sz="1500" dirty="0"/>
            </a:br>
            <a:r>
              <a:rPr lang="nl-NL" sz="1500" dirty="0"/>
              <a:t>Importeer de </a:t>
            </a:r>
            <a:r>
              <a:rPr lang="nl-NL" sz="1500" dirty="0" err="1"/>
              <a:t>backup</a:t>
            </a:r>
            <a:r>
              <a:rPr lang="nl-NL" sz="1500" dirty="0"/>
              <a:t> in de nieuwe database</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sessies</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4</a:t>
            </a:fld>
            <a:endParaRPr lang="nl-NL"/>
          </a:p>
        </p:txBody>
      </p:sp>
    </p:spTree>
    <p:extLst>
      <p:ext uri="{BB962C8B-B14F-4D97-AF65-F5344CB8AC3E}">
        <p14:creationId xmlns:p14="http://schemas.microsoft.com/office/powerpoint/2010/main" val="421317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E9B91B-F14E-2043-BD76-96190A054D83}"/>
              </a:ext>
            </a:extLst>
          </p:cNvPr>
          <p:cNvSpPr>
            <a:spLocks noGrp="1"/>
          </p:cNvSpPr>
          <p:nvPr>
            <p:ph type="title"/>
          </p:nvPr>
        </p:nvSpPr>
        <p:spPr>
          <a:xfrm>
            <a:off x="504000" y="792000"/>
            <a:ext cx="8136000" cy="324000"/>
          </a:xfrm>
        </p:spPr>
        <p:txBody>
          <a:bodyPr anchor="t">
            <a:normAutofit/>
          </a:bodyPr>
          <a:lstStyle/>
          <a:p>
            <a:r>
              <a:rPr lang="nl-NL" dirty="0"/>
              <a:t>Wat is een sessie?</a:t>
            </a:r>
          </a:p>
        </p:txBody>
      </p:sp>
      <p:sp>
        <p:nvSpPr>
          <p:cNvPr id="13" name="Content Placeholder 3">
            <a:extLst>
              <a:ext uri="{FF2B5EF4-FFF2-40B4-BE49-F238E27FC236}">
                <a16:creationId xmlns:a16="http://schemas.microsoft.com/office/drawing/2014/main" id="{32750A62-855E-0E93-83E2-641A5D2106EE}"/>
              </a:ext>
            </a:extLst>
          </p:cNvPr>
          <p:cNvSpPr>
            <a:spLocks noGrp="1"/>
          </p:cNvSpPr>
          <p:nvPr>
            <p:ph sz="half" idx="2"/>
          </p:nvPr>
        </p:nvSpPr>
        <p:spPr>
          <a:xfrm>
            <a:off x="4680000" y="1116000"/>
            <a:ext cx="3960000" cy="3311999"/>
          </a:xfrm>
        </p:spPr>
        <p:txBody>
          <a:bodyPr anchor="t">
            <a:normAutofit/>
          </a:bodyPr>
          <a:lstStyle/>
          <a:p>
            <a:pPr marL="179705" indent="-179705">
              <a:spcAft>
                <a:spcPts val="600"/>
              </a:spcAft>
            </a:pPr>
            <a:r>
              <a:rPr lang="en-US" dirty="0">
                <a:cs typeface="Arial"/>
              </a:rPr>
              <a:t>In </a:t>
            </a:r>
            <a:r>
              <a:rPr lang="en-US" dirty="0" err="1">
                <a:cs typeface="Arial"/>
              </a:rPr>
              <a:t>een</a:t>
            </a:r>
            <a:r>
              <a:rPr lang="en-US" dirty="0">
                <a:cs typeface="Arial"/>
              </a:rPr>
              <a:t> </a:t>
            </a:r>
            <a:r>
              <a:rPr lang="en-US" dirty="0" err="1">
                <a:cs typeface="Arial"/>
              </a:rPr>
              <a:t>sessie</a:t>
            </a:r>
            <a:r>
              <a:rPr lang="en-US" dirty="0">
                <a:cs typeface="Arial"/>
              </a:rPr>
              <a:t> </a:t>
            </a:r>
            <a:r>
              <a:rPr lang="en-US" dirty="0" err="1">
                <a:cs typeface="Arial"/>
              </a:rPr>
              <a:t>kun</a:t>
            </a:r>
            <a:r>
              <a:rPr lang="en-US" dirty="0">
                <a:cs typeface="Arial"/>
              </a:rPr>
              <a:t> je data </a:t>
            </a:r>
            <a:r>
              <a:rPr lang="en-US" dirty="0" err="1">
                <a:cs typeface="Arial"/>
              </a:rPr>
              <a:t>opslaan</a:t>
            </a:r>
            <a:endParaRPr lang="en-US" dirty="0">
              <a:cs typeface="Arial"/>
            </a:endParaRPr>
          </a:p>
          <a:p>
            <a:pPr marL="179705" indent="-179705">
              <a:spcAft>
                <a:spcPts val="600"/>
              </a:spcAft>
            </a:pPr>
            <a:r>
              <a:rPr lang="en-US" dirty="0">
                <a:cs typeface="Arial"/>
              </a:rPr>
              <a:t>Alleen </a:t>
            </a:r>
            <a:r>
              <a:rPr lang="en-US" dirty="0" err="1">
                <a:cs typeface="Arial"/>
              </a:rPr>
              <a:t>voor</a:t>
            </a:r>
            <a:r>
              <a:rPr lang="en-US" dirty="0">
                <a:cs typeface="Arial"/>
              </a:rPr>
              <a:t> de </a:t>
            </a:r>
            <a:r>
              <a:rPr lang="en-US" dirty="0" err="1">
                <a:cs typeface="Arial"/>
              </a:rPr>
              <a:t>huidige</a:t>
            </a:r>
            <a:r>
              <a:rPr lang="en-US" dirty="0">
                <a:cs typeface="Arial"/>
              </a:rPr>
              <a:t> </a:t>
            </a:r>
            <a:r>
              <a:rPr lang="en-US" dirty="0" err="1">
                <a:cs typeface="Arial"/>
              </a:rPr>
              <a:t>ingelogde</a:t>
            </a:r>
            <a:r>
              <a:rPr lang="en-US" dirty="0">
                <a:cs typeface="Arial"/>
              </a:rPr>
              <a:t> </a:t>
            </a:r>
            <a:r>
              <a:rPr lang="en-US" dirty="0" err="1">
                <a:cs typeface="Arial"/>
              </a:rPr>
              <a:t>gebruiker</a:t>
            </a:r>
            <a:endParaRPr lang="en-US" dirty="0">
              <a:cs typeface="Arial"/>
            </a:endParaRPr>
          </a:p>
          <a:p>
            <a:pPr marL="179705" indent="-179705">
              <a:spcAft>
                <a:spcPts val="600"/>
              </a:spcAft>
            </a:pPr>
            <a:endParaRPr lang="en-US" dirty="0">
              <a:cs typeface="Arial"/>
            </a:endParaRPr>
          </a:p>
        </p:txBody>
      </p:sp>
      <p:sp>
        <p:nvSpPr>
          <p:cNvPr id="4" name="Tijdelijke aanduiding voor datum 3">
            <a:extLst>
              <a:ext uri="{FF2B5EF4-FFF2-40B4-BE49-F238E27FC236}">
                <a16:creationId xmlns:a16="http://schemas.microsoft.com/office/drawing/2014/main" id="{4588B78B-2266-8940-A691-F18E05B7EDA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5" name="Tijdelijke aanduiding voor voettekst 4">
            <a:extLst>
              <a:ext uri="{FF2B5EF4-FFF2-40B4-BE49-F238E27FC236}">
                <a16:creationId xmlns:a16="http://schemas.microsoft.com/office/drawing/2014/main" id="{0CC20958-DDDF-3D4B-B602-21D0FE4D8357}"/>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sessies</a:t>
            </a:r>
          </a:p>
        </p:txBody>
      </p:sp>
      <p:sp>
        <p:nvSpPr>
          <p:cNvPr id="6" name="Tijdelijke aanduiding voor dianummer 5">
            <a:extLst>
              <a:ext uri="{FF2B5EF4-FFF2-40B4-BE49-F238E27FC236}">
                <a16:creationId xmlns:a16="http://schemas.microsoft.com/office/drawing/2014/main" id="{19D79C34-DE15-C547-9D5D-ACB58DB93BB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pic>
        <p:nvPicPr>
          <p:cNvPr id="12" name="Afbeelding 11" descr="Afbeelding met transport, handkar, boodschappenkar, kar&#10;&#10;Automatisch gegenereerde beschrijving">
            <a:extLst>
              <a:ext uri="{FF2B5EF4-FFF2-40B4-BE49-F238E27FC236}">
                <a16:creationId xmlns:a16="http://schemas.microsoft.com/office/drawing/2014/main" id="{640D2B58-0EBB-F995-A3EE-FF4001176646}"/>
              </a:ext>
            </a:extLst>
          </p:cNvPr>
          <p:cNvPicPr>
            <a:picLocks noChangeAspect="1"/>
          </p:cNvPicPr>
          <p:nvPr/>
        </p:nvPicPr>
        <p:blipFill>
          <a:blip r:embed="rId2"/>
          <a:stretch>
            <a:fillRect/>
          </a:stretch>
        </p:blipFill>
        <p:spPr>
          <a:xfrm>
            <a:off x="492623" y="1115999"/>
            <a:ext cx="2749929" cy="2749929"/>
          </a:xfrm>
          <a:prstGeom prst="rect">
            <a:avLst/>
          </a:prstGeom>
        </p:spPr>
      </p:pic>
    </p:spTree>
    <p:extLst>
      <p:ext uri="{BB962C8B-B14F-4D97-AF65-F5344CB8AC3E}">
        <p14:creationId xmlns:p14="http://schemas.microsoft.com/office/powerpoint/2010/main" val="2125893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err="1"/>
              <a:t>Voorbeelden</a:t>
            </a:r>
            <a:r>
              <a:rPr lang="en-US" dirty="0"/>
              <a:t>?</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5228834" cy="3311999"/>
          </a:xfrm>
        </p:spPr>
        <p:txBody>
          <a:bodyPr/>
          <a:lstStyle/>
          <a:p>
            <a:pPr marL="179705" indent="-179705"/>
            <a:r>
              <a:rPr lang="en-US" dirty="0" err="1">
                <a:cs typeface="Arial"/>
              </a:rPr>
              <a:t>Klassieke</a:t>
            </a:r>
            <a:r>
              <a:rPr lang="en-US" dirty="0">
                <a:cs typeface="Arial"/>
              </a:rPr>
              <a:t> </a:t>
            </a:r>
            <a:r>
              <a:rPr lang="en-US" dirty="0" err="1">
                <a:cs typeface="Arial"/>
              </a:rPr>
              <a:t>voorbeeld</a:t>
            </a:r>
            <a:r>
              <a:rPr lang="en-US" dirty="0">
                <a:cs typeface="Arial"/>
              </a:rPr>
              <a:t>, de </a:t>
            </a:r>
            <a:r>
              <a:rPr lang="en-US" dirty="0" err="1">
                <a:cs typeface="Arial"/>
              </a:rPr>
              <a:t>winkelwagen</a:t>
            </a:r>
            <a:r>
              <a:rPr lang="en-US" dirty="0">
                <a:cs typeface="Arial"/>
              </a:rPr>
              <a:t>.</a:t>
            </a:r>
          </a:p>
          <a:p>
            <a:pPr marL="179705" indent="-179705"/>
            <a:r>
              <a:rPr lang="en-US" dirty="0" err="1">
                <a:cs typeface="Arial"/>
              </a:rPr>
              <a:t>Laatstbezochte</a:t>
            </a:r>
            <a:r>
              <a:rPr lang="en-US" dirty="0">
                <a:cs typeface="Arial"/>
              </a:rPr>
              <a:t> </a:t>
            </a:r>
            <a:r>
              <a:rPr lang="en-US" dirty="0" err="1">
                <a:cs typeface="Arial"/>
              </a:rPr>
              <a:t>pagina’s</a:t>
            </a:r>
            <a:r>
              <a:rPr lang="en-US" dirty="0">
                <a:cs typeface="Arial"/>
              </a:rPr>
              <a:t>.</a:t>
            </a:r>
          </a:p>
          <a:p>
            <a:pPr marL="179705" indent="-179705"/>
            <a:r>
              <a:rPr lang="en-US" dirty="0" err="1">
                <a:cs typeface="Arial"/>
              </a:rPr>
              <a:t>Onthouden</a:t>
            </a:r>
            <a:r>
              <a:rPr lang="en-US" dirty="0">
                <a:cs typeface="Arial"/>
              </a:rPr>
              <a:t> van data </a:t>
            </a:r>
            <a:r>
              <a:rPr lang="en-US" dirty="0" err="1">
                <a:cs typeface="Arial"/>
              </a:rPr>
              <a:t>tussen</a:t>
            </a:r>
            <a:r>
              <a:rPr lang="en-US" dirty="0">
                <a:cs typeface="Arial"/>
              </a:rPr>
              <a:t> </a:t>
            </a:r>
            <a:r>
              <a:rPr lang="en-US" dirty="0" err="1">
                <a:cs typeface="Arial"/>
              </a:rPr>
              <a:t>formulieren</a:t>
            </a:r>
            <a:r>
              <a:rPr lang="en-US" dirty="0">
                <a:cs typeface="Arial"/>
              </a:rPr>
              <a:t> (wizard style).</a:t>
            </a:r>
          </a:p>
          <a:p>
            <a:pPr marL="179705" indent="-179705"/>
            <a:r>
              <a:rPr lang="en-US" dirty="0" err="1">
                <a:cs typeface="Arial"/>
              </a:rPr>
              <a:t>Opslaan</a:t>
            </a:r>
            <a:r>
              <a:rPr lang="en-US" dirty="0">
                <a:cs typeface="Arial"/>
              </a:rPr>
              <a:t> van </a:t>
            </a:r>
            <a:r>
              <a:rPr lang="en-US" dirty="0" err="1">
                <a:cs typeface="Arial"/>
              </a:rPr>
              <a:t>weergave</a:t>
            </a:r>
            <a:r>
              <a:rPr lang="en-US" dirty="0">
                <a:cs typeface="Arial"/>
              </a:rPr>
              <a:t> </a:t>
            </a:r>
            <a:r>
              <a:rPr lang="en-US" dirty="0" err="1">
                <a:cs typeface="Arial"/>
              </a:rPr>
              <a:t>instellingen</a:t>
            </a:r>
            <a:r>
              <a:rPr lang="en-US" dirty="0">
                <a:cs typeface="Arial"/>
              </a:rPr>
              <a:t> of </a:t>
            </a:r>
            <a:r>
              <a:rPr lang="en-US" dirty="0" err="1">
                <a:cs typeface="Arial"/>
              </a:rPr>
              <a:t>andere</a:t>
            </a:r>
            <a:r>
              <a:rPr lang="en-US" dirty="0">
                <a:cs typeface="Arial"/>
              </a:rPr>
              <a:t> </a:t>
            </a:r>
            <a:r>
              <a:rPr lang="en-US" dirty="0" err="1">
                <a:cs typeface="Arial"/>
              </a:rPr>
              <a:t>persoonlijke</a:t>
            </a:r>
            <a:r>
              <a:rPr lang="en-US" dirty="0">
                <a:cs typeface="Arial"/>
              </a:rPr>
              <a:t> </a:t>
            </a:r>
            <a:r>
              <a:rPr lang="en-US" dirty="0" err="1">
                <a:cs typeface="Arial"/>
              </a:rPr>
              <a:t>instellingen</a:t>
            </a:r>
            <a:r>
              <a:rPr lang="en-US" dirty="0">
                <a:cs typeface="Arial"/>
              </a:rPr>
              <a:t> van </a:t>
            </a:r>
            <a:r>
              <a:rPr lang="en-US" dirty="0" err="1">
                <a:cs typeface="Arial"/>
              </a:rPr>
              <a:t>een</a:t>
            </a:r>
            <a:r>
              <a:rPr lang="en-US" dirty="0">
                <a:cs typeface="Arial"/>
              </a:rPr>
              <a:t> </a:t>
            </a:r>
            <a:r>
              <a:rPr lang="en-US" dirty="0" err="1">
                <a:cs typeface="Arial"/>
              </a:rPr>
              <a:t>gebruiker</a:t>
            </a:r>
            <a:r>
              <a:rPr lang="en-US" dirty="0">
                <a:cs typeface="Arial"/>
              </a:rPr>
              <a:t>.</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sessies</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spTree>
    <p:extLst>
      <p:ext uri="{BB962C8B-B14F-4D97-AF65-F5344CB8AC3E}">
        <p14:creationId xmlns:p14="http://schemas.microsoft.com/office/powerpoint/2010/main" val="2529186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BDFEE6-5196-5B88-D929-FB0393C31E16}"/>
              </a:ext>
            </a:extLst>
          </p:cNvPr>
          <p:cNvSpPr>
            <a:spLocks noGrp="1"/>
          </p:cNvSpPr>
          <p:nvPr>
            <p:ph type="title"/>
          </p:nvPr>
        </p:nvSpPr>
        <p:spPr>
          <a:xfrm>
            <a:off x="396000" y="152397"/>
            <a:ext cx="8136000" cy="324000"/>
          </a:xfrm>
        </p:spPr>
        <p:txBody>
          <a:bodyPr anchor="t">
            <a:normAutofit/>
          </a:bodyPr>
          <a:lstStyle/>
          <a:p>
            <a:r>
              <a:rPr lang="nl-NL" dirty="0">
                <a:solidFill>
                  <a:schemeClr val="bg1"/>
                </a:solidFill>
              </a:rPr>
              <a:t>Producten opslaan in een sessie</a:t>
            </a:r>
          </a:p>
        </p:txBody>
      </p:sp>
      <p:sp>
        <p:nvSpPr>
          <p:cNvPr id="3" name="Tijdelijke aanduiding voor datum 2">
            <a:extLst>
              <a:ext uri="{FF2B5EF4-FFF2-40B4-BE49-F238E27FC236}">
                <a16:creationId xmlns:a16="http://schemas.microsoft.com/office/drawing/2014/main" id="{DA9D20CC-E6E1-1573-64C6-9E317B7A283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4" name="Tijdelijke aanduiding voor voettekst 3">
            <a:extLst>
              <a:ext uri="{FF2B5EF4-FFF2-40B4-BE49-F238E27FC236}">
                <a16:creationId xmlns:a16="http://schemas.microsoft.com/office/drawing/2014/main" id="{83A4370C-4CE2-E780-6B0A-8D4834D1D535}"/>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sessies</a:t>
            </a:r>
          </a:p>
        </p:txBody>
      </p:sp>
      <p:sp>
        <p:nvSpPr>
          <p:cNvPr id="5" name="Tijdelijke aanduiding voor dianummer 4">
            <a:extLst>
              <a:ext uri="{FF2B5EF4-FFF2-40B4-BE49-F238E27FC236}">
                <a16:creationId xmlns:a16="http://schemas.microsoft.com/office/drawing/2014/main" id="{4CD0C5D3-8899-62D8-DF43-EF942586FF46}"/>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7</a:t>
            </a:fld>
            <a:endParaRPr lang="nl-NL"/>
          </a:p>
        </p:txBody>
      </p:sp>
      <p:pic>
        <p:nvPicPr>
          <p:cNvPr id="11" name="Afbeelding 10">
            <a:extLst>
              <a:ext uri="{FF2B5EF4-FFF2-40B4-BE49-F238E27FC236}">
                <a16:creationId xmlns:a16="http://schemas.microsoft.com/office/drawing/2014/main" id="{2BAF2B23-B398-D424-7884-5EB71BF5D79E}"/>
              </a:ext>
            </a:extLst>
          </p:cNvPr>
          <p:cNvPicPr>
            <a:picLocks noChangeAspect="1"/>
          </p:cNvPicPr>
          <p:nvPr/>
        </p:nvPicPr>
        <p:blipFill>
          <a:blip r:embed="rId2"/>
          <a:stretch>
            <a:fillRect/>
          </a:stretch>
        </p:blipFill>
        <p:spPr>
          <a:xfrm>
            <a:off x="297874" y="692727"/>
            <a:ext cx="8394264" cy="4146289"/>
          </a:xfrm>
          <a:prstGeom prst="rect">
            <a:avLst/>
          </a:prstGeom>
        </p:spPr>
      </p:pic>
    </p:spTree>
    <p:extLst>
      <p:ext uri="{BB962C8B-B14F-4D97-AF65-F5344CB8AC3E}">
        <p14:creationId xmlns:p14="http://schemas.microsoft.com/office/powerpoint/2010/main" val="2577748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Implementeer de code van de vorige slide in jouw product view pagina om de laatst bezochte producten op te slaan in de sessie.</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sessies</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8</a:t>
            </a:fld>
            <a:endParaRPr lang="nl-NL"/>
          </a:p>
        </p:txBody>
      </p:sp>
    </p:spTree>
    <p:extLst>
      <p:ext uri="{BB962C8B-B14F-4D97-AF65-F5344CB8AC3E}">
        <p14:creationId xmlns:p14="http://schemas.microsoft.com/office/powerpoint/2010/main" val="3580385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792000"/>
            <a:ext cx="8136000" cy="324000"/>
          </a:xfrm>
        </p:spPr>
        <p:txBody>
          <a:bodyPr anchor="t">
            <a:normAutofit/>
          </a:bodyPr>
          <a:lstStyle/>
          <a:p>
            <a:r>
              <a:rPr lang="en-US" dirty="0" err="1"/>
              <a:t>Weergeven</a:t>
            </a:r>
            <a:r>
              <a:rPr lang="en-US" dirty="0"/>
              <a:t> van de </a:t>
            </a:r>
            <a:r>
              <a:rPr lang="en-US" dirty="0" err="1"/>
              <a:t>laatste</a:t>
            </a:r>
            <a:r>
              <a:rPr lang="en-US" dirty="0"/>
              <a:t> </a:t>
            </a:r>
            <a:r>
              <a:rPr lang="en-US" dirty="0" err="1"/>
              <a:t>bezochte</a:t>
            </a:r>
            <a:r>
              <a:rPr lang="en-US" dirty="0"/>
              <a:t> </a:t>
            </a:r>
            <a:r>
              <a:rPr lang="en-US" dirty="0" err="1"/>
              <a:t>producten</a:t>
            </a:r>
            <a:r>
              <a:rPr lang="en-US" dirty="0"/>
              <a:t> </a:t>
            </a:r>
            <a:r>
              <a:rPr lang="en-US" dirty="0" err="1"/>
              <a:t>uit</a:t>
            </a:r>
            <a:r>
              <a:rPr lang="en-US" dirty="0"/>
              <a:t> de </a:t>
            </a:r>
            <a:r>
              <a:rPr lang="en-US" dirty="0" err="1"/>
              <a:t>sessie</a:t>
            </a:r>
            <a:endParaRPr lang="en-US" dirty="0"/>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a:t>Periode 8 - week 3</a:t>
            </a:r>
          </a:p>
        </p:txBody>
      </p:sp>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pPr>
              <a:spcAft>
                <a:spcPts val="600"/>
              </a:spcAft>
            </a:pPr>
            <a:r>
              <a:rPr lang="nl-NL" dirty="0" err="1"/>
              <a:t>Symfony</a:t>
            </a:r>
            <a:r>
              <a:rPr lang="nl-NL" dirty="0"/>
              <a:t> presentatie sessies</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9</a:t>
            </a:fld>
            <a:endParaRPr lang="nl-NL"/>
          </a:p>
        </p:txBody>
      </p:sp>
      <p:pic>
        <p:nvPicPr>
          <p:cNvPr id="11" name="Afbeelding 10">
            <a:extLst>
              <a:ext uri="{FF2B5EF4-FFF2-40B4-BE49-F238E27FC236}">
                <a16:creationId xmlns:a16="http://schemas.microsoft.com/office/drawing/2014/main" id="{566D8BFE-93DF-0190-E2CB-328AE7B5C504}"/>
              </a:ext>
            </a:extLst>
          </p:cNvPr>
          <p:cNvPicPr>
            <a:picLocks noChangeAspect="1"/>
          </p:cNvPicPr>
          <p:nvPr/>
        </p:nvPicPr>
        <p:blipFill>
          <a:blip r:embed="rId2"/>
          <a:stretch>
            <a:fillRect/>
          </a:stretch>
        </p:blipFill>
        <p:spPr>
          <a:xfrm>
            <a:off x="395591" y="1480985"/>
            <a:ext cx="7438418" cy="2870515"/>
          </a:xfrm>
          <a:prstGeom prst="rect">
            <a:avLst/>
          </a:prstGeom>
        </p:spPr>
      </p:pic>
    </p:spTree>
    <p:extLst>
      <p:ext uri="{BB962C8B-B14F-4D97-AF65-F5344CB8AC3E}">
        <p14:creationId xmlns:p14="http://schemas.microsoft.com/office/powerpoint/2010/main" val="2699740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Implementeer de code van de vorige slide en maak een pagina waar je de laatst bezochte producten toont.</a:t>
            </a: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a:t>Symfony presentatie security (registratie en inloggen)</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10</a:t>
            </a:fld>
            <a:endParaRPr lang="nl-NL"/>
          </a:p>
        </p:txBody>
      </p:sp>
    </p:spTree>
    <p:extLst>
      <p:ext uri="{BB962C8B-B14F-4D97-AF65-F5344CB8AC3E}">
        <p14:creationId xmlns:p14="http://schemas.microsoft.com/office/powerpoint/2010/main" val="132625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7800213-4580-027C-9C68-8F6AD14486F4}"/>
              </a:ext>
            </a:extLst>
          </p:cNvPr>
          <p:cNvSpPr>
            <a:spLocks noGrp="1"/>
          </p:cNvSpPr>
          <p:nvPr>
            <p:ph type="dt" sz="half" idx="10"/>
          </p:nvPr>
        </p:nvSpPr>
        <p:spPr/>
        <p:txBody>
          <a:bodyPr/>
          <a:lstStyle/>
          <a:p>
            <a:r>
              <a:rPr lang="nl-NL"/>
              <a:t>Periode 8 - week 3</a:t>
            </a:r>
          </a:p>
        </p:txBody>
      </p:sp>
      <p:sp>
        <p:nvSpPr>
          <p:cNvPr id="3" name="Tijdelijke aanduiding voor voettekst 2">
            <a:extLst>
              <a:ext uri="{FF2B5EF4-FFF2-40B4-BE49-F238E27FC236}">
                <a16:creationId xmlns:a16="http://schemas.microsoft.com/office/drawing/2014/main" id="{7FD80FE0-0C68-907A-415B-1D308E2E3D61}"/>
              </a:ext>
            </a:extLst>
          </p:cNvPr>
          <p:cNvSpPr>
            <a:spLocks noGrp="1"/>
          </p:cNvSpPr>
          <p:nvPr>
            <p:ph type="ftr" sz="quarter" idx="11"/>
          </p:nvPr>
        </p:nvSpPr>
        <p:spPr/>
        <p:txBody>
          <a:bodyPr/>
          <a:lstStyle/>
          <a:p>
            <a:r>
              <a:rPr lang="nl-NL"/>
              <a:t>Symfony presentatie security (registratie en inloggen)</a:t>
            </a:r>
          </a:p>
        </p:txBody>
      </p:sp>
      <p:sp>
        <p:nvSpPr>
          <p:cNvPr id="4" name="Tijdelijke aanduiding voor dianummer 3">
            <a:extLst>
              <a:ext uri="{FF2B5EF4-FFF2-40B4-BE49-F238E27FC236}">
                <a16:creationId xmlns:a16="http://schemas.microsoft.com/office/drawing/2014/main" id="{75A9AEA0-F9EC-99C0-FAC8-0A8B2BAF6262}"/>
              </a:ext>
            </a:extLst>
          </p:cNvPr>
          <p:cNvSpPr>
            <a:spLocks noGrp="1"/>
          </p:cNvSpPr>
          <p:nvPr>
            <p:ph type="sldNum" sz="quarter" idx="12"/>
          </p:nvPr>
        </p:nvSpPr>
        <p:spPr/>
        <p:txBody>
          <a:bodyPr/>
          <a:lstStyle/>
          <a:p>
            <a:fld id="{14F1411D-0280-154F-AEAC-4C20B7AA46B2}" type="slidenum">
              <a:rPr lang="nl-NL" smtClean="0"/>
              <a:pPr/>
              <a:t>11</a:t>
            </a:fld>
            <a:endParaRPr lang="nl-NL"/>
          </a:p>
        </p:txBody>
      </p:sp>
    </p:spTree>
    <p:extLst>
      <p:ext uri="{BB962C8B-B14F-4D97-AF65-F5344CB8AC3E}">
        <p14:creationId xmlns:p14="http://schemas.microsoft.com/office/powerpoint/2010/main" val="3840938293"/>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3" ma:contentTypeDescription="Create a new document." ma:contentTypeScope="" ma:versionID="74752059858ec9857f6cd2ed1c78c5c1">
  <xsd:schema xmlns:xsd="http://www.w3.org/2001/XMLSchema" xmlns:xs="http://www.w3.org/2001/XMLSchema" xmlns:p="http://schemas.microsoft.com/office/2006/metadata/properties" xmlns:ns2="0a3a6c56-5871-4c56-864a-5d95d6715fab" targetNamespace="http://schemas.microsoft.com/office/2006/metadata/properties" ma:root="true" ma:fieldsID="23a91e7dcc60fdda42d37fce7ef55ba0" ns2:_="">
    <xsd:import namespace="0a3a6c56-5871-4c56-864a-5d95d6715fa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a6c56-5871-4c56-864a-5d95d6715f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BDFC7A-75BE-4BCD-B590-46664194C35E}">
  <ds:schemaRefs>
    <ds:schemaRef ds:uri="73dbb10f-d65e-4026-aa5c-544c0db9c1ca"/>
    <ds:schemaRef ds:uri="http://www.w3.org/XML/1998/namespace"/>
    <ds:schemaRef ds:uri="http://schemas.microsoft.com/office/2006/documentManagement/types"/>
    <ds:schemaRef ds:uri="a95f19fb-cad5-4f59-9d9d-bfe7d2b05f17"/>
    <ds:schemaRef ds:uri="http://purl.org/dc/elements/1.1/"/>
    <ds:schemaRef ds:uri="9c7db627-a19b-4420-ba46-d2da62c8f9f7"/>
    <ds:schemaRef ds:uri="http://schemas.microsoft.com/sharepoint/v3"/>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3.xml><?xml version="1.0" encoding="utf-8"?>
<ds:datastoreItem xmlns:ds="http://schemas.openxmlformats.org/officeDocument/2006/customXml" ds:itemID="{6A6397C3-8687-4553-8D7B-3A043BD17E55}"/>
</file>

<file path=docProps/app.xml><?xml version="1.0" encoding="utf-8"?>
<Properties xmlns="http://schemas.openxmlformats.org/officeDocument/2006/extended-properties" xmlns:vt="http://schemas.openxmlformats.org/officeDocument/2006/docPropsVTypes">
  <Template>ROC_Mondriaan_Power Point - 2023 Sjabloon</Template>
  <TotalTime>1450</TotalTime>
  <Words>458</Words>
  <Application>Microsoft Office PowerPoint</Application>
  <PresentationFormat>Diavoorstelling (16:9)</PresentationFormat>
  <Paragraphs>68</Paragraphs>
  <Slides>11</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11</vt:i4>
      </vt:variant>
    </vt:vector>
  </HeadingPairs>
  <TitlesOfParts>
    <vt:vector size="16" baseType="lpstr">
      <vt:lpstr>Arial</vt:lpstr>
      <vt:lpstr>Calibri</vt:lpstr>
      <vt:lpstr>Consolas</vt:lpstr>
      <vt:lpstr>Systeemlettertype regulier</vt:lpstr>
      <vt:lpstr>Office-thema</vt:lpstr>
      <vt:lpstr>Symfony sessions</vt:lpstr>
      <vt:lpstr>Inhoud</vt:lpstr>
      <vt:lpstr>Wat ken je al?</vt:lpstr>
      <vt:lpstr>Aan de slag, clone de repository en zorg dat de applicatie werkt. classroom.github.com/a/xpuAMuwM  Clone de repository Kopieer de .env naar .env.local Maak een database aan (bv. prodcat/ symfony-oefen) Pas de regel aan in de .env.local Importeer de backup in de nieuwe database Voer composer install uit (dit kan even duren) Start symfony server met symfony serve Toon het welkomscherm</vt:lpstr>
      <vt:lpstr>Wat is een sessie?</vt:lpstr>
      <vt:lpstr>Voorbeelden?</vt:lpstr>
      <vt:lpstr>Producten opslaan in een sessie</vt:lpstr>
      <vt:lpstr>Aan de slag! Implementeer de code van de vorige slide in jouw product view pagina om de laatst bezochte producten op te slaan in de sessie.</vt:lpstr>
      <vt:lpstr>Weergeven van de laatste bezochte producten uit de sessie</vt:lpstr>
      <vt:lpstr>Aan de slag! Implementeer de code van de vorige slide en maak een pagina waar je de laatst bezochte producten toont.</vt:lpstr>
      <vt:lpstr>PowerPoint-presentatie</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2</cp:revision>
  <dcterms:created xsi:type="dcterms:W3CDTF">2024-04-08T05:35:49Z</dcterms:created>
  <dcterms:modified xsi:type="dcterms:W3CDTF">2024-06-03T19:03:55Z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5046500</vt:r8>
  </property>
  <property fmtid="{D5CDD505-2E9C-101B-9397-08002B2CF9AE}" pid="5" name="xd_Signature">
    <vt:bool>false</vt:bool>
  </property>
  <property fmtid="{D5CDD505-2E9C-101B-9397-08002B2CF9AE}" pid="6" name="SharedWithUsers">
    <vt:lpwstr>265;#IF-SD-2022-B2L - Leden</vt:lpwstr>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